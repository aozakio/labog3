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7.jpg" ContentType="image/jpeg"/>
  <Override PartName="/ppt/media/image1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83" r:id="rId9"/>
    <p:sldId id="287" r:id="rId10"/>
    <p:sldId id="288" r:id="rId11"/>
    <p:sldId id="290" r:id="rId12"/>
    <p:sldId id="289" r:id="rId13"/>
    <p:sldId id="285" r:id="rId14"/>
    <p:sldId id="282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>
      <p:cViewPr varScale="1">
        <p:scale>
          <a:sx n="86" d="100"/>
          <a:sy n="86" d="100"/>
        </p:scale>
        <p:origin x="48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7575" y="540067"/>
            <a:ext cx="8255634" cy="803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1680" y="189801"/>
            <a:ext cx="10708639" cy="1510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886359"/>
            <a:ext cx="5881370" cy="2277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90800" y="773227"/>
            <a:ext cx="7226300" cy="1092607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6600" spc="-345" dirty="0"/>
              <a:t>PROJET-</a:t>
            </a:r>
            <a:r>
              <a:rPr sz="6600" spc="-20" dirty="0"/>
              <a:t>LABO</a:t>
            </a:r>
            <a:endParaRPr sz="6600" dirty="0"/>
          </a:p>
        </p:txBody>
      </p:sp>
      <p:sp>
        <p:nvSpPr>
          <p:cNvPr id="3" name="object 3"/>
          <p:cNvSpPr txBox="1"/>
          <p:nvPr/>
        </p:nvSpPr>
        <p:spPr>
          <a:xfrm>
            <a:off x="3810001" y="3124200"/>
            <a:ext cx="4021074" cy="1717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-235" dirty="0">
                <a:latin typeface="Trebuchet MS"/>
                <a:cs typeface="Trebuchet MS"/>
              </a:rPr>
              <a:t>(</a:t>
            </a:r>
            <a:r>
              <a:rPr sz="3200" spc="-33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Groupe</a:t>
            </a:r>
            <a:r>
              <a:rPr sz="3200" spc="-370" dirty="0">
                <a:latin typeface="Trebuchet MS"/>
                <a:cs typeface="Trebuchet MS"/>
              </a:rPr>
              <a:t> </a:t>
            </a:r>
            <a:r>
              <a:rPr lang="fr-FR" sz="3200" spc="-370" dirty="0">
                <a:latin typeface="Trebuchet MS"/>
                <a:cs typeface="Trebuchet MS"/>
              </a:rPr>
              <a:t>3</a:t>
            </a:r>
            <a:r>
              <a:rPr sz="3200" spc="-39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)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3200" dirty="0">
              <a:latin typeface="Trebuchet MS"/>
              <a:cs typeface="Trebuchet MS"/>
            </a:endParaRPr>
          </a:p>
          <a:p>
            <a:pPr marL="12700" marR="5080">
              <a:lnSpc>
                <a:spcPct val="90000"/>
              </a:lnSpc>
            </a:pPr>
            <a:r>
              <a:rPr lang="fr-FR" sz="2400" spc="85" dirty="0">
                <a:latin typeface="Trebuchet MS"/>
                <a:cs typeface="Trebuchet MS"/>
              </a:rPr>
              <a:t>CARRERE </a:t>
            </a:r>
            <a:r>
              <a:rPr lang="fr-FR" sz="2400" spc="114" dirty="0">
                <a:latin typeface="Trebuchet MS"/>
                <a:cs typeface="Trebuchet MS"/>
              </a:rPr>
              <a:t>Kévin</a:t>
            </a:r>
          </a:p>
          <a:p>
            <a:pPr marL="12700" marR="5080">
              <a:lnSpc>
                <a:spcPct val="90000"/>
              </a:lnSpc>
            </a:pPr>
            <a:r>
              <a:rPr lang="fr-FR" sz="2400" spc="114" dirty="0">
                <a:latin typeface="Trebuchet MS"/>
                <a:cs typeface="Trebuchet MS"/>
              </a:rPr>
              <a:t>POIRIER Tim</a:t>
            </a:r>
            <a:endParaRPr sz="2400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90800" y="2057400"/>
            <a:ext cx="4281170" cy="105410"/>
            <a:chOff x="4836302" y="4365597"/>
            <a:chExt cx="4281170" cy="105410"/>
          </a:xfrm>
        </p:grpSpPr>
        <p:sp>
          <p:nvSpPr>
            <p:cNvPr id="6" name="object 6"/>
            <p:cNvSpPr/>
            <p:nvPr/>
          </p:nvSpPr>
          <p:spPr>
            <a:xfrm>
              <a:off x="4857749" y="4387977"/>
              <a:ext cx="4239895" cy="61594"/>
            </a:xfrm>
            <a:custGeom>
              <a:avLst/>
              <a:gdLst/>
              <a:ahLst/>
              <a:cxnLst/>
              <a:rect l="l" t="t" r="r" b="b"/>
              <a:pathLst>
                <a:path w="4239895" h="61595">
                  <a:moveTo>
                    <a:pt x="3895055" y="117"/>
                  </a:moveTo>
                  <a:lnTo>
                    <a:pt x="3844448" y="0"/>
                  </a:lnTo>
                  <a:lnTo>
                    <a:pt x="3795844" y="784"/>
                  </a:lnTo>
                  <a:lnTo>
                    <a:pt x="3749280" y="2428"/>
                  </a:lnTo>
                  <a:lnTo>
                    <a:pt x="3704793" y="4891"/>
                  </a:lnTo>
                  <a:lnTo>
                    <a:pt x="3662422" y="8132"/>
                  </a:lnTo>
                  <a:lnTo>
                    <a:pt x="3622204" y="12107"/>
                  </a:lnTo>
                  <a:lnTo>
                    <a:pt x="3584177" y="16776"/>
                  </a:lnTo>
                  <a:lnTo>
                    <a:pt x="3548379" y="22098"/>
                  </a:lnTo>
                  <a:lnTo>
                    <a:pt x="3510690" y="27303"/>
                  </a:lnTo>
                  <a:lnTo>
                    <a:pt x="3467616" y="31661"/>
                  </a:lnTo>
                  <a:lnTo>
                    <a:pt x="3420058" y="35184"/>
                  </a:lnTo>
                  <a:lnTo>
                    <a:pt x="3368914" y="37882"/>
                  </a:lnTo>
                  <a:lnTo>
                    <a:pt x="3315083" y="39767"/>
                  </a:lnTo>
                  <a:lnTo>
                    <a:pt x="3259464" y="40852"/>
                  </a:lnTo>
                  <a:lnTo>
                    <a:pt x="3202955" y="41148"/>
                  </a:lnTo>
                  <a:lnTo>
                    <a:pt x="3146457" y="40665"/>
                  </a:lnTo>
                  <a:lnTo>
                    <a:pt x="3090867" y="39417"/>
                  </a:lnTo>
                  <a:lnTo>
                    <a:pt x="3037084" y="37415"/>
                  </a:lnTo>
                  <a:lnTo>
                    <a:pt x="2986008" y="34670"/>
                  </a:lnTo>
                  <a:lnTo>
                    <a:pt x="2938537" y="31195"/>
                  </a:lnTo>
                  <a:lnTo>
                    <a:pt x="2895571" y="27000"/>
                  </a:lnTo>
                  <a:lnTo>
                    <a:pt x="2814077" y="16433"/>
                  </a:lnTo>
                  <a:lnTo>
                    <a:pt x="2769921" y="12643"/>
                  </a:lnTo>
                  <a:lnTo>
                    <a:pt x="2725129" y="10480"/>
                  </a:lnTo>
                  <a:lnTo>
                    <a:pt x="2679294" y="9698"/>
                  </a:lnTo>
                  <a:lnTo>
                    <a:pt x="2632007" y="10049"/>
                  </a:lnTo>
                  <a:lnTo>
                    <a:pt x="2582858" y="11286"/>
                  </a:lnTo>
                  <a:lnTo>
                    <a:pt x="2531439" y="13161"/>
                  </a:lnTo>
                  <a:lnTo>
                    <a:pt x="2359476" y="20142"/>
                  </a:lnTo>
                  <a:lnTo>
                    <a:pt x="2229943" y="24179"/>
                  </a:lnTo>
                  <a:lnTo>
                    <a:pt x="2168324" y="26812"/>
                  </a:lnTo>
                  <a:lnTo>
                    <a:pt x="2054300" y="32445"/>
                  </a:lnTo>
                  <a:lnTo>
                    <a:pt x="2001511" y="34798"/>
                  </a:lnTo>
                  <a:lnTo>
                    <a:pt x="1951280" y="36413"/>
                  </a:lnTo>
                  <a:lnTo>
                    <a:pt x="1903416" y="36965"/>
                  </a:lnTo>
                  <a:lnTo>
                    <a:pt x="1857725" y="36133"/>
                  </a:lnTo>
                  <a:lnTo>
                    <a:pt x="1814015" y="33593"/>
                  </a:lnTo>
                  <a:lnTo>
                    <a:pt x="1772095" y="29022"/>
                  </a:lnTo>
                  <a:lnTo>
                    <a:pt x="1697804" y="16410"/>
                  </a:lnTo>
                  <a:lnTo>
                    <a:pt x="1658593" y="12154"/>
                  </a:lnTo>
                  <a:lnTo>
                    <a:pt x="1614861" y="9190"/>
                  </a:lnTo>
                  <a:lnTo>
                    <a:pt x="1567327" y="7380"/>
                  </a:lnTo>
                  <a:lnTo>
                    <a:pt x="1516713" y="6583"/>
                  </a:lnTo>
                  <a:lnTo>
                    <a:pt x="1463740" y="6662"/>
                  </a:lnTo>
                  <a:lnTo>
                    <a:pt x="1409128" y="7477"/>
                  </a:lnTo>
                  <a:lnTo>
                    <a:pt x="1353599" y="8888"/>
                  </a:lnTo>
                  <a:lnTo>
                    <a:pt x="1297873" y="10757"/>
                  </a:lnTo>
                  <a:lnTo>
                    <a:pt x="1242672" y="12945"/>
                  </a:lnTo>
                  <a:lnTo>
                    <a:pt x="1041526" y="22098"/>
                  </a:lnTo>
                  <a:lnTo>
                    <a:pt x="979325" y="24401"/>
                  </a:lnTo>
                  <a:lnTo>
                    <a:pt x="927284" y="25551"/>
                  </a:lnTo>
                  <a:lnTo>
                    <a:pt x="882019" y="25795"/>
                  </a:lnTo>
                  <a:lnTo>
                    <a:pt x="840144" y="25380"/>
                  </a:lnTo>
                  <a:lnTo>
                    <a:pt x="701000" y="22661"/>
                  </a:lnTo>
                  <a:lnTo>
                    <a:pt x="638828" y="22089"/>
                  </a:lnTo>
                  <a:lnTo>
                    <a:pt x="563117" y="22098"/>
                  </a:lnTo>
                  <a:lnTo>
                    <a:pt x="496353" y="22759"/>
                  </a:lnTo>
                  <a:lnTo>
                    <a:pt x="432842" y="23968"/>
                  </a:lnTo>
                  <a:lnTo>
                    <a:pt x="261366" y="28615"/>
                  </a:lnTo>
                  <a:lnTo>
                    <a:pt x="210405" y="29749"/>
                  </a:lnTo>
                  <a:lnTo>
                    <a:pt x="162466" y="30297"/>
                  </a:lnTo>
                  <a:lnTo>
                    <a:pt x="117503" y="30032"/>
                  </a:lnTo>
                  <a:lnTo>
                    <a:pt x="75468" y="28729"/>
                  </a:lnTo>
                  <a:lnTo>
                    <a:pt x="36316" y="26159"/>
                  </a:lnTo>
                  <a:lnTo>
                    <a:pt x="0" y="22098"/>
                  </a:lnTo>
                  <a:lnTo>
                    <a:pt x="0" y="50673"/>
                  </a:lnTo>
                  <a:lnTo>
                    <a:pt x="75272" y="45273"/>
                  </a:lnTo>
                  <a:lnTo>
                    <a:pt x="115751" y="43349"/>
                  </a:lnTo>
                  <a:lnTo>
                    <a:pt x="158683" y="41984"/>
                  </a:lnTo>
                  <a:lnTo>
                    <a:pt x="204489" y="41209"/>
                  </a:lnTo>
                  <a:lnTo>
                    <a:pt x="253586" y="41054"/>
                  </a:lnTo>
                  <a:lnTo>
                    <a:pt x="306394" y="41551"/>
                  </a:lnTo>
                  <a:lnTo>
                    <a:pt x="363332" y="42731"/>
                  </a:lnTo>
                  <a:lnTo>
                    <a:pt x="424819" y="44623"/>
                  </a:lnTo>
                  <a:lnTo>
                    <a:pt x="491275" y="47260"/>
                  </a:lnTo>
                  <a:lnTo>
                    <a:pt x="621608" y="53339"/>
                  </a:lnTo>
                  <a:lnTo>
                    <a:pt x="679583" y="55384"/>
                  </a:lnTo>
                  <a:lnTo>
                    <a:pt x="736818" y="56863"/>
                  </a:lnTo>
                  <a:lnTo>
                    <a:pt x="793087" y="57826"/>
                  </a:lnTo>
                  <a:lnTo>
                    <a:pt x="848168" y="58327"/>
                  </a:lnTo>
                  <a:lnTo>
                    <a:pt x="901835" y="58417"/>
                  </a:lnTo>
                  <a:lnTo>
                    <a:pt x="953865" y="58150"/>
                  </a:lnTo>
                  <a:lnTo>
                    <a:pt x="1004032" y="57577"/>
                  </a:lnTo>
                  <a:lnTo>
                    <a:pt x="1052112" y="56752"/>
                  </a:lnTo>
                  <a:lnTo>
                    <a:pt x="1141116" y="54553"/>
                  </a:lnTo>
                  <a:lnTo>
                    <a:pt x="1219081" y="51974"/>
                  </a:lnTo>
                  <a:lnTo>
                    <a:pt x="1382321" y="45444"/>
                  </a:lnTo>
                  <a:lnTo>
                    <a:pt x="1492539" y="41531"/>
                  </a:lnTo>
                  <a:lnTo>
                    <a:pt x="1551222" y="39849"/>
                  </a:lnTo>
                  <a:lnTo>
                    <a:pt x="1610645" y="38528"/>
                  </a:lnTo>
                  <a:lnTo>
                    <a:pt x="1669574" y="37703"/>
                  </a:lnTo>
                  <a:lnTo>
                    <a:pt x="1726777" y="37508"/>
                  </a:lnTo>
                  <a:lnTo>
                    <a:pt x="1781020" y="38076"/>
                  </a:lnTo>
                  <a:lnTo>
                    <a:pt x="1831070" y="39543"/>
                  </a:lnTo>
                  <a:lnTo>
                    <a:pt x="1875694" y="42042"/>
                  </a:lnTo>
                  <a:lnTo>
                    <a:pt x="1913660" y="45707"/>
                  </a:lnTo>
                  <a:lnTo>
                    <a:pt x="1978594" y="56512"/>
                  </a:lnTo>
                  <a:lnTo>
                    <a:pt x="2017585" y="59906"/>
                  </a:lnTo>
                  <a:lnTo>
                    <a:pt x="2060420" y="61280"/>
                  </a:lnTo>
                  <a:lnTo>
                    <a:pt x="2106811" y="61060"/>
                  </a:lnTo>
                  <a:lnTo>
                    <a:pt x="2156468" y="59672"/>
                  </a:lnTo>
                  <a:lnTo>
                    <a:pt x="2322154" y="52761"/>
                  </a:lnTo>
                  <a:lnTo>
                    <a:pt x="2381992" y="50961"/>
                  </a:lnTo>
                  <a:lnTo>
                    <a:pt x="2443655" y="50123"/>
                  </a:lnTo>
                  <a:lnTo>
                    <a:pt x="2565026" y="51189"/>
                  </a:lnTo>
                  <a:lnTo>
                    <a:pt x="2622342" y="50434"/>
                  </a:lnTo>
                  <a:lnTo>
                    <a:pt x="2678638" y="48762"/>
                  </a:lnTo>
                  <a:lnTo>
                    <a:pt x="2733750" y="46524"/>
                  </a:lnTo>
                  <a:lnTo>
                    <a:pt x="2839767" y="41767"/>
                  </a:lnTo>
                  <a:lnTo>
                    <a:pt x="2890345" y="39954"/>
                  </a:lnTo>
                  <a:lnTo>
                    <a:pt x="2939085" y="38988"/>
                  </a:lnTo>
                  <a:lnTo>
                    <a:pt x="2985823" y="39225"/>
                  </a:lnTo>
                  <a:lnTo>
                    <a:pt x="3030395" y="41015"/>
                  </a:lnTo>
                  <a:lnTo>
                    <a:pt x="3072638" y="44713"/>
                  </a:lnTo>
                  <a:lnTo>
                    <a:pt x="3112389" y="50673"/>
                  </a:lnTo>
                  <a:lnTo>
                    <a:pt x="3152568" y="56251"/>
                  </a:lnTo>
                  <a:lnTo>
                    <a:pt x="3195996" y="58945"/>
                  </a:lnTo>
                  <a:lnTo>
                    <a:pt x="3242258" y="59316"/>
                  </a:lnTo>
                  <a:lnTo>
                    <a:pt x="3290941" y="57926"/>
                  </a:lnTo>
                  <a:lnTo>
                    <a:pt x="3341632" y="55334"/>
                  </a:lnTo>
                  <a:lnTo>
                    <a:pt x="3447380" y="48790"/>
                  </a:lnTo>
                  <a:lnTo>
                    <a:pt x="3501611" y="45959"/>
                  </a:lnTo>
                  <a:lnTo>
                    <a:pt x="3556194" y="44172"/>
                  </a:lnTo>
                  <a:lnTo>
                    <a:pt x="3610717" y="43987"/>
                  </a:lnTo>
                  <a:lnTo>
                    <a:pt x="3664765" y="45967"/>
                  </a:lnTo>
                  <a:lnTo>
                    <a:pt x="3780558" y="56203"/>
                  </a:lnTo>
                  <a:lnTo>
                    <a:pt x="3841986" y="58329"/>
                  </a:lnTo>
                  <a:lnTo>
                    <a:pt x="3901781" y="57865"/>
                  </a:lnTo>
                  <a:lnTo>
                    <a:pt x="3959513" y="55629"/>
                  </a:lnTo>
                  <a:lnTo>
                    <a:pt x="4014755" y="52435"/>
                  </a:lnTo>
                  <a:lnTo>
                    <a:pt x="4067079" y="49100"/>
                  </a:lnTo>
                  <a:lnTo>
                    <a:pt x="4116056" y="46440"/>
                  </a:lnTo>
                  <a:lnTo>
                    <a:pt x="4161258" y="45271"/>
                  </a:lnTo>
                  <a:lnTo>
                    <a:pt x="4202257" y="46410"/>
                  </a:lnTo>
                  <a:lnTo>
                    <a:pt x="4238625" y="50673"/>
                  </a:lnTo>
                  <a:lnTo>
                    <a:pt x="4239232" y="44207"/>
                  </a:lnTo>
                  <a:lnTo>
                    <a:pt x="4176798" y="15693"/>
                  </a:lnTo>
                  <a:lnTo>
                    <a:pt x="4116747" y="10441"/>
                  </a:lnTo>
                  <a:lnTo>
                    <a:pt x="4058510" y="6299"/>
                  </a:lnTo>
                  <a:lnTo>
                    <a:pt x="4002123" y="3225"/>
                  </a:lnTo>
                  <a:lnTo>
                    <a:pt x="3947626" y="1179"/>
                  </a:lnTo>
                  <a:lnTo>
                    <a:pt x="3895055" y="117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856940" y="4386235"/>
              <a:ext cx="4239895" cy="64135"/>
            </a:xfrm>
            <a:custGeom>
              <a:avLst/>
              <a:gdLst/>
              <a:ahLst/>
              <a:cxnLst/>
              <a:rect l="l" t="t" r="r" b="b"/>
              <a:pathLst>
                <a:path w="4239895" h="64135">
                  <a:moveTo>
                    <a:pt x="809" y="23839"/>
                  </a:moveTo>
                  <a:lnTo>
                    <a:pt x="45200" y="20038"/>
                  </a:lnTo>
                  <a:lnTo>
                    <a:pt x="92312" y="17409"/>
                  </a:lnTo>
                  <a:lnTo>
                    <a:pt x="141691" y="15815"/>
                  </a:lnTo>
                  <a:lnTo>
                    <a:pt x="192884" y="15119"/>
                  </a:lnTo>
                  <a:lnTo>
                    <a:pt x="245436" y="15183"/>
                  </a:lnTo>
                  <a:lnTo>
                    <a:pt x="298896" y="15870"/>
                  </a:lnTo>
                  <a:lnTo>
                    <a:pt x="352809" y="17042"/>
                  </a:lnTo>
                  <a:lnTo>
                    <a:pt x="406722" y="18563"/>
                  </a:lnTo>
                  <a:lnTo>
                    <a:pt x="460182" y="20294"/>
                  </a:lnTo>
                  <a:lnTo>
                    <a:pt x="512735" y="22099"/>
                  </a:lnTo>
                  <a:lnTo>
                    <a:pt x="563927" y="23839"/>
                  </a:lnTo>
                  <a:lnTo>
                    <a:pt x="624460" y="25257"/>
                  </a:lnTo>
                  <a:lnTo>
                    <a:pt x="682998" y="25639"/>
                  </a:lnTo>
                  <a:lnTo>
                    <a:pt x="739606" y="25278"/>
                  </a:lnTo>
                  <a:lnTo>
                    <a:pt x="794347" y="24466"/>
                  </a:lnTo>
                  <a:lnTo>
                    <a:pt x="847288" y="23494"/>
                  </a:lnTo>
                  <a:lnTo>
                    <a:pt x="898492" y="22654"/>
                  </a:lnTo>
                  <a:lnTo>
                    <a:pt x="948025" y="22237"/>
                  </a:lnTo>
                  <a:lnTo>
                    <a:pt x="995952" y="22535"/>
                  </a:lnTo>
                  <a:lnTo>
                    <a:pt x="1042336" y="23839"/>
                  </a:lnTo>
                  <a:lnTo>
                    <a:pt x="1084595" y="24628"/>
                  </a:lnTo>
                  <a:lnTo>
                    <a:pt x="1129188" y="23900"/>
                  </a:lnTo>
                  <a:lnTo>
                    <a:pt x="1176058" y="22159"/>
                  </a:lnTo>
                  <a:lnTo>
                    <a:pt x="1225147" y="19907"/>
                  </a:lnTo>
                  <a:lnTo>
                    <a:pt x="1276397" y="17648"/>
                  </a:lnTo>
                  <a:lnTo>
                    <a:pt x="1329750" y="15884"/>
                  </a:lnTo>
                  <a:lnTo>
                    <a:pt x="1385149" y="15118"/>
                  </a:lnTo>
                  <a:lnTo>
                    <a:pt x="1442534" y="15853"/>
                  </a:lnTo>
                  <a:lnTo>
                    <a:pt x="1501850" y="18593"/>
                  </a:lnTo>
                  <a:lnTo>
                    <a:pt x="1563036" y="23839"/>
                  </a:lnTo>
                  <a:lnTo>
                    <a:pt x="1609732" y="28638"/>
                  </a:lnTo>
                  <a:lnTo>
                    <a:pt x="1654687" y="32755"/>
                  </a:lnTo>
                  <a:lnTo>
                    <a:pt x="1698519" y="36159"/>
                  </a:lnTo>
                  <a:lnTo>
                    <a:pt x="1741846" y="38816"/>
                  </a:lnTo>
                  <a:lnTo>
                    <a:pt x="1785286" y="40695"/>
                  </a:lnTo>
                  <a:lnTo>
                    <a:pt x="1829457" y="41764"/>
                  </a:lnTo>
                  <a:lnTo>
                    <a:pt x="1874975" y="41990"/>
                  </a:lnTo>
                  <a:lnTo>
                    <a:pt x="1922460" y="41341"/>
                  </a:lnTo>
                  <a:lnTo>
                    <a:pt x="1972528" y="39784"/>
                  </a:lnTo>
                  <a:lnTo>
                    <a:pt x="2025797" y="37288"/>
                  </a:lnTo>
                  <a:lnTo>
                    <a:pt x="2082885" y="33820"/>
                  </a:lnTo>
                  <a:lnTo>
                    <a:pt x="2144411" y="29348"/>
                  </a:lnTo>
                  <a:lnTo>
                    <a:pt x="2210990" y="23839"/>
                  </a:lnTo>
                  <a:lnTo>
                    <a:pt x="2285884" y="17307"/>
                  </a:lnTo>
                  <a:lnTo>
                    <a:pt x="2348484" y="11999"/>
                  </a:lnTo>
                  <a:lnTo>
                    <a:pt x="2401309" y="7942"/>
                  </a:lnTo>
                  <a:lnTo>
                    <a:pt x="2446875" y="5164"/>
                  </a:lnTo>
                  <a:lnTo>
                    <a:pt x="2487700" y="3693"/>
                  </a:lnTo>
                  <a:lnTo>
                    <a:pt x="2526304" y="3555"/>
                  </a:lnTo>
                  <a:lnTo>
                    <a:pt x="2565202" y="4779"/>
                  </a:lnTo>
                  <a:lnTo>
                    <a:pt x="2606914" y="7392"/>
                  </a:lnTo>
                  <a:lnTo>
                    <a:pt x="2653957" y="11422"/>
                  </a:lnTo>
                  <a:lnTo>
                    <a:pt x="2708849" y="16895"/>
                  </a:lnTo>
                  <a:lnTo>
                    <a:pt x="2774108" y="23839"/>
                  </a:lnTo>
                  <a:lnTo>
                    <a:pt x="2848956" y="31201"/>
                  </a:lnTo>
                  <a:lnTo>
                    <a:pt x="2917153" y="36482"/>
                  </a:lnTo>
                  <a:lnTo>
                    <a:pt x="2979295" y="39849"/>
                  </a:lnTo>
                  <a:lnTo>
                    <a:pt x="3035978" y="41469"/>
                  </a:lnTo>
                  <a:lnTo>
                    <a:pt x="3087798" y="41508"/>
                  </a:lnTo>
                  <a:lnTo>
                    <a:pt x="3135351" y="40134"/>
                  </a:lnTo>
                  <a:lnTo>
                    <a:pt x="3179233" y="37513"/>
                  </a:lnTo>
                  <a:lnTo>
                    <a:pt x="3220039" y="33812"/>
                  </a:lnTo>
                  <a:lnTo>
                    <a:pt x="3258365" y="29199"/>
                  </a:lnTo>
                  <a:lnTo>
                    <a:pt x="3294808" y="23839"/>
                  </a:lnTo>
                  <a:lnTo>
                    <a:pt x="3317427" y="20823"/>
                  </a:lnTo>
                  <a:lnTo>
                    <a:pt x="3383437" y="14803"/>
                  </a:lnTo>
                  <a:lnTo>
                    <a:pt x="3425361" y="11924"/>
                  </a:lnTo>
                  <a:lnTo>
                    <a:pt x="3472253" y="9215"/>
                  </a:lnTo>
                  <a:lnTo>
                    <a:pt x="3523379" y="6738"/>
                  </a:lnTo>
                  <a:lnTo>
                    <a:pt x="3578005" y="4555"/>
                  </a:lnTo>
                  <a:lnTo>
                    <a:pt x="3635398" y="2727"/>
                  </a:lnTo>
                  <a:lnTo>
                    <a:pt x="3694823" y="1317"/>
                  </a:lnTo>
                  <a:lnTo>
                    <a:pt x="3755547" y="388"/>
                  </a:lnTo>
                  <a:lnTo>
                    <a:pt x="3816836" y="0"/>
                  </a:lnTo>
                  <a:lnTo>
                    <a:pt x="3877956" y="215"/>
                  </a:lnTo>
                  <a:lnTo>
                    <a:pt x="3938173" y="1097"/>
                  </a:lnTo>
                  <a:lnTo>
                    <a:pt x="3996755" y="2706"/>
                  </a:lnTo>
                  <a:lnTo>
                    <a:pt x="4052966" y="5105"/>
                  </a:lnTo>
                  <a:lnTo>
                    <a:pt x="4106073" y="8356"/>
                  </a:lnTo>
                  <a:lnTo>
                    <a:pt x="4155343" y="12521"/>
                  </a:lnTo>
                  <a:lnTo>
                    <a:pt x="4200041" y="17661"/>
                  </a:lnTo>
                  <a:lnTo>
                    <a:pt x="4239434" y="23839"/>
                  </a:lnTo>
                  <a:lnTo>
                    <a:pt x="4238934" y="31072"/>
                  </a:lnTo>
                  <a:lnTo>
                    <a:pt x="4238863" y="39032"/>
                  </a:lnTo>
                  <a:lnTo>
                    <a:pt x="4239077" y="46538"/>
                  </a:lnTo>
                  <a:lnTo>
                    <a:pt x="4239434" y="52414"/>
                  </a:lnTo>
                  <a:lnTo>
                    <a:pt x="4205665" y="47471"/>
                  </a:lnTo>
                  <a:lnTo>
                    <a:pt x="4130621" y="40734"/>
                  </a:lnTo>
                  <a:lnTo>
                    <a:pt x="4088991" y="38839"/>
                  </a:lnTo>
                  <a:lnTo>
                    <a:pt x="4044385" y="37860"/>
                  </a:lnTo>
                  <a:lnTo>
                    <a:pt x="3996626" y="37746"/>
                  </a:lnTo>
                  <a:lnTo>
                    <a:pt x="3945536" y="38446"/>
                  </a:lnTo>
                  <a:lnTo>
                    <a:pt x="3890937" y="39912"/>
                  </a:lnTo>
                  <a:lnTo>
                    <a:pt x="3832651" y="42091"/>
                  </a:lnTo>
                  <a:lnTo>
                    <a:pt x="3770501" y="44935"/>
                  </a:lnTo>
                  <a:lnTo>
                    <a:pt x="3704310" y="48393"/>
                  </a:lnTo>
                  <a:lnTo>
                    <a:pt x="3633898" y="52414"/>
                  </a:lnTo>
                  <a:lnTo>
                    <a:pt x="3552504" y="56817"/>
                  </a:lnTo>
                  <a:lnTo>
                    <a:pt x="3481539" y="59839"/>
                  </a:lnTo>
                  <a:lnTo>
                    <a:pt x="3419534" y="61631"/>
                  </a:lnTo>
                  <a:lnTo>
                    <a:pt x="3365024" y="62345"/>
                  </a:lnTo>
                  <a:lnTo>
                    <a:pt x="3316541" y="62130"/>
                  </a:lnTo>
                  <a:lnTo>
                    <a:pt x="3272619" y="61138"/>
                  </a:lnTo>
                  <a:lnTo>
                    <a:pt x="3231790" y="59519"/>
                  </a:lnTo>
                  <a:lnTo>
                    <a:pt x="3192588" y="57425"/>
                  </a:lnTo>
                  <a:lnTo>
                    <a:pt x="3153547" y="55006"/>
                  </a:lnTo>
                  <a:lnTo>
                    <a:pt x="3113198" y="52414"/>
                  </a:lnTo>
                  <a:lnTo>
                    <a:pt x="3080355" y="50952"/>
                  </a:lnTo>
                  <a:lnTo>
                    <a:pt x="3041652" y="50235"/>
                  </a:lnTo>
                  <a:lnTo>
                    <a:pt x="2997922" y="50132"/>
                  </a:lnTo>
                  <a:lnTo>
                    <a:pt x="2949995" y="50515"/>
                  </a:lnTo>
                  <a:lnTo>
                    <a:pt x="2898702" y="51252"/>
                  </a:lnTo>
                  <a:lnTo>
                    <a:pt x="2844876" y="52214"/>
                  </a:lnTo>
                  <a:lnTo>
                    <a:pt x="2789348" y="53271"/>
                  </a:lnTo>
                  <a:lnTo>
                    <a:pt x="2732949" y="54294"/>
                  </a:lnTo>
                  <a:lnTo>
                    <a:pt x="2676510" y="55151"/>
                  </a:lnTo>
                  <a:lnTo>
                    <a:pt x="2620864" y="55713"/>
                  </a:lnTo>
                  <a:lnTo>
                    <a:pt x="2566841" y="55851"/>
                  </a:lnTo>
                  <a:lnTo>
                    <a:pt x="2515272" y="55433"/>
                  </a:lnTo>
                  <a:lnTo>
                    <a:pt x="2466990" y="54331"/>
                  </a:lnTo>
                  <a:lnTo>
                    <a:pt x="2422826" y="52414"/>
                  </a:lnTo>
                  <a:lnTo>
                    <a:pt x="2370858" y="49403"/>
                  </a:lnTo>
                  <a:lnTo>
                    <a:pt x="2320936" y="46504"/>
                  </a:lnTo>
                  <a:lnTo>
                    <a:pt x="2272429" y="43882"/>
                  </a:lnTo>
                  <a:lnTo>
                    <a:pt x="2224708" y="41698"/>
                  </a:lnTo>
                  <a:lnTo>
                    <a:pt x="2177143" y="40117"/>
                  </a:lnTo>
                  <a:lnTo>
                    <a:pt x="2129102" y="39301"/>
                  </a:lnTo>
                  <a:lnTo>
                    <a:pt x="2079955" y="39414"/>
                  </a:lnTo>
                  <a:lnTo>
                    <a:pt x="2029073" y="40618"/>
                  </a:lnTo>
                  <a:lnTo>
                    <a:pt x="1975825" y="43078"/>
                  </a:lnTo>
                  <a:lnTo>
                    <a:pt x="1919580" y="46955"/>
                  </a:lnTo>
                  <a:lnTo>
                    <a:pt x="1859708" y="52414"/>
                  </a:lnTo>
                  <a:lnTo>
                    <a:pt x="1794439" y="57492"/>
                  </a:lnTo>
                  <a:lnTo>
                    <a:pt x="1734389" y="59376"/>
                  </a:lnTo>
                  <a:lnTo>
                    <a:pt x="1679054" y="58839"/>
                  </a:lnTo>
                  <a:lnTo>
                    <a:pt x="1627930" y="56657"/>
                  </a:lnTo>
                  <a:lnTo>
                    <a:pt x="1580514" y="53605"/>
                  </a:lnTo>
                  <a:lnTo>
                    <a:pt x="1536303" y="50457"/>
                  </a:lnTo>
                  <a:lnTo>
                    <a:pt x="1494792" y="47990"/>
                  </a:lnTo>
                  <a:lnTo>
                    <a:pt x="1455478" y="46977"/>
                  </a:lnTo>
                  <a:lnTo>
                    <a:pt x="1417857" y="48193"/>
                  </a:lnTo>
                  <a:lnTo>
                    <a:pt x="1381426" y="52414"/>
                  </a:lnTo>
                  <a:lnTo>
                    <a:pt x="1351995" y="56508"/>
                  </a:lnTo>
                  <a:lnTo>
                    <a:pt x="1319153" y="59636"/>
                  </a:lnTo>
                  <a:lnTo>
                    <a:pt x="1282902" y="61878"/>
                  </a:lnTo>
                  <a:lnTo>
                    <a:pt x="1243246" y="63308"/>
                  </a:lnTo>
                  <a:lnTo>
                    <a:pt x="1200186" y="64005"/>
                  </a:lnTo>
                  <a:lnTo>
                    <a:pt x="1153725" y="64046"/>
                  </a:lnTo>
                  <a:lnTo>
                    <a:pt x="1103866" y="63507"/>
                  </a:lnTo>
                  <a:lnTo>
                    <a:pt x="1050610" y="62465"/>
                  </a:lnTo>
                  <a:lnTo>
                    <a:pt x="993960" y="60998"/>
                  </a:lnTo>
                  <a:lnTo>
                    <a:pt x="933919" y="59183"/>
                  </a:lnTo>
                  <a:lnTo>
                    <a:pt x="870489" y="57095"/>
                  </a:lnTo>
                  <a:lnTo>
                    <a:pt x="803673" y="54814"/>
                  </a:lnTo>
                  <a:lnTo>
                    <a:pt x="733472" y="52414"/>
                  </a:lnTo>
                  <a:lnTo>
                    <a:pt x="674104" y="50102"/>
                  </a:lnTo>
                  <a:lnTo>
                    <a:pt x="620028" y="47480"/>
                  </a:lnTo>
                  <a:lnTo>
                    <a:pt x="570371" y="44697"/>
                  </a:lnTo>
                  <a:lnTo>
                    <a:pt x="524257" y="41899"/>
                  </a:lnTo>
                  <a:lnTo>
                    <a:pt x="480813" y="39234"/>
                  </a:lnTo>
                  <a:lnTo>
                    <a:pt x="439163" y="36851"/>
                  </a:lnTo>
                  <a:lnTo>
                    <a:pt x="398434" y="34896"/>
                  </a:lnTo>
                  <a:lnTo>
                    <a:pt x="357752" y="33518"/>
                  </a:lnTo>
                  <a:lnTo>
                    <a:pt x="316241" y="32864"/>
                  </a:lnTo>
                  <a:lnTo>
                    <a:pt x="273027" y="33082"/>
                  </a:lnTo>
                  <a:lnTo>
                    <a:pt x="227235" y="34319"/>
                  </a:lnTo>
                  <a:lnTo>
                    <a:pt x="177992" y="36723"/>
                  </a:lnTo>
                  <a:lnTo>
                    <a:pt x="124423" y="40442"/>
                  </a:lnTo>
                  <a:lnTo>
                    <a:pt x="65654" y="45623"/>
                  </a:lnTo>
                  <a:lnTo>
                    <a:pt x="809" y="52414"/>
                  </a:lnTo>
                  <a:lnTo>
                    <a:pt x="220" y="43574"/>
                  </a:lnTo>
                  <a:lnTo>
                    <a:pt x="0" y="36174"/>
                  </a:lnTo>
                  <a:lnTo>
                    <a:pt x="184" y="29751"/>
                  </a:lnTo>
                  <a:lnTo>
                    <a:pt x="809" y="23839"/>
                  </a:lnTo>
                  <a:close/>
                </a:path>
              </a:pathLst>
            </a:custGeom>
            <a:ln w="41275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1933" y="100710"/>
            <a:ext cx="1084707" cy="10939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4086" rIns="0" bIns="0" rtlCol="0">
            <a:spAutoFit/>
          </a:bodyPr>
          <a:lstStyle/>
          <a:p>
            <a:pPr marL="4039870">
              <a:lnSpc>
                <a:spcPct val="100000"/>
              </a:lnSpc>
              <a:spcBef>
                <a:spcPts val="130"/>
              </a:spcBef>
            </a:pPr>
            <a:r>
              <a:rPr sz="4400" spc="55" dirty="0"/>
              <a:t>SOMMAIRE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838200" y="1828800"/>
            <a:ext cx="10515600" cy="914400"/>
            <a:chOff x="838200" y="1828800"/>
            <a:chExt cx="10515600" cy="914400"/>
          </a:xfrm>
        </p:grpSpPr>
        <p:sp>
          <p:nvSpPr>
            <p:cNvPr id="4" name="object 4"/>
            <p:cNvSpPr/>
            <p:nvPr/>
          </p:nvSpPr>
          <p:spPr>
            <a:xfrm>
              <a:off x="838200" y="182880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1042416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84" y="858571"/>
                  </a:lnTo>
                  <a:lnTo>
                    <a:pt x="26779" y="887634"/>
                  </a:lnTo>
                  <a:lnTo>
                    <a:pt x="55844" y="907220"/>
                  </a:lnTo>
                  <a:lnTo>
                    <a:pt x="91440" y="914400"/>
                  </a:lnTo>
                  <a:lnTo>
                    <a:pt x="10424160" y="914400"/>
                  </a:lnTo>
                  <a:lnTo>
                    <a:pt x="10459771" y="907220"/>
                  </a:lnTo>
                  <a:lnTo>
                    <a:pt x="10488834" y="887634"/>
                  </a:lnTo>
                  <a:lnTo>
                    <a:pt x="10508420" y="858571"/>
                  </a:lnTo>
                  <a:lnTo>
                    <a:pt x="10515600" y="822960"/>
                  </a:lnTo>
                  <a:lnTo>
                    <a:pt x="10515600" y="91439"/>
                  </a:lnTo>
                  <a:lnTo>
                    <a:pt x="10508420" y="55828"/>
                  </a:lnTo>
                  <a:lnTo>
                    <a:pt x="10488834" y="26765"/>
                  </a:lnTo>
                  <a:lnTo>
                    <a:pt x="10459771" y="7179"/>
                  </a:lnTo>
                  <a:lnTo>
                    <a:pt x="10424160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0210" y="2130446"/>
              <a:ext cx="375285" cy="260350"/>
            </a:xfrm>
            <a:custGeom>
              <a:avLst/>
              <a:gdLst/>
              <a:ahLst/>
              <a:cxnLst/>
              <a:rect l="l" t="t" r="r" b="b"/>
              <a:pathLst>
                <a:path w="375284" h="260350">
                  <a:moveTo>
                    <a:pt x="353845" y="0"/>
                  </a:moveTo>
                  <a:lnTo>
                    <a:pt x="20814" y="0"/>
                  </a:lnTo>
                  <a:lnTo>
                    <a:pt x="0" y="20813"/>
                  </a:lnTo>
                  <a:lnTo>
                    <a:pt x="0" y="96261"/>
                  </a:lnTo>
                  <a:lnTo>
                    <a:pt x="5723" y="94700"/>
                  </a:lnTo>
                  <a:lnTo>
                    <a:pt x="12488" y="93660"/>
                  </a:lnTo>
                  <a:lnTo>
                    <a:pt x="22895" y="93660"/>
                  </a:lnTo>
                  <a:lnTo>
                    <a:pt x="31221" y="94700"/>
                  </a:lnTo>
                  <a:lnTo>
                    <a:pt x="31221" y="31220"/>
                  </a:lnTo>
                  <a:lnTo>
                    <a:pt x="343438" y="31220"/>
                  </a:lnTo>
                  <a:lnTo>
                    <a:pt x="343438" y="228947"/>
                  </a:lnTo>
                  <a:lnTo>
                    <a:pt x="167035" y="228947"/>
                  </a:lnTo>
                  <a:lnTo>
                    <a:pt x="137375" y="260167"/>
                  </a:lnTo>
                  <a:lnTo>
                    <a:pt x="353845" y="260167"/>
                  </a:lnTo>
                  <a:lnTo>
                    <a:pt x="374659" y="239354"/>
                  </a:lnTo>
                  <a:lnTo>
                    <a:pt x="374659" y="20813"/>
                  </a:lnTo>
                  <a:lnTo>
                    <a:pt x="373017" y="12732"/>
                  </a:lnTo>
                  <a:lnTo>
                    <a:pt x="368545" y="6114"/>
                  </a:lnTo>
                  <a:lnTo>
                    <a:pt x="361927" y="1642"/>
                  </a:lnTo>
                  <a:lnTo>
                    <a:pt x="35384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20210" y="2130446"/>
              <a:ext cx="375285" cy="260350"/>
            </a:xfrm>
            <a:custGeom>
              <a:avLst/>
              <a:gdLst/>
              <a:ahLst/>
              <a:cxnLst/>
              <a:rect l="l" t="t" r="r" b="b"/>
              <a:pathLst>
                <a:path w="375284" h="260350">
                  <a:moveTo>
                    <a:pt x="353845" y="0"/>
                  </a:moveTo>
                  <a:lnTo>
                    <a:pt x="20814" y="0"/>
                  </a:lnTo>
                  <a:lnTo>
                    <a:pt x="0" y="20813"/>
                  </a:lnTo>
                  <a:lnTo>
                    <a:pt x="0" y="96261"/>
                  </a:lnTo>
                  <a:lnTo>
                    <a:pt x="5723" y="94700"/>
                  </a:lnTo>
                  <a:lnTo>
                    <a:pt x="12488" y="93660"/>
                  </a:lnTo>
                  <a:lnTo>
                    <a:pt x="18733" y="93660"/>
                  </a:lnTo>
                  <a:lnTo>
                    <a:pt x="22895" y="93660"/>
                  </a:lnTo>
                  <a:lnTo>
                    <a:pt x="27058" y="94180"/>
                  </a:lnTo>
                  <a:lnTo>
                    <a:pt x="31221" y="94700"/>
                  </a:lnTo>
                  <a:lnTo>
                    <a:pt x="31221" y="31220"/>
                  </a:lnTo>
                  <a:lnTo>
                    <a:pt x="343438" y="31220"/>
                  </a:lnTo>
                  <a:lnTo>
                    <a:pt x="343438" y="228947"/>
                  </a:lnTo>
                  <a:lnTo>
                    <a:pt x="167035" y="228947"/>
                  </a:lnTo>
                  <a:lnTo>
                    <a:pt x="137375" y="260167"/>
                  </a:lnTo>
                  <a:lnTo>
                    <a:pt x="353845" y="260167"/>
                  </a:lnTo>
                  <a:lnTo>
                    <a:pt x="374659" y="239354"/>
                  </a:lnTo>
                  <a:lnTo>
                    <a:pt x="374659" y="20813"/>
                  </a:lnTo>
                  <a:lnTo>
                    <a:pt x="373017" y="12732"/>
                  </a:lnTo>
                  <a:lnTo>
                    <a:pt x="368545" y="6114"/>
                  </a:lnTo>
                  <a:lnTo>
                    <a:pt x="361927" y="1642"/>
                  </a:lnTo>
                  <a:lnTo>
                    <a:pt x="353845" y="0"/>
                  </a:lnTo>
                </a:path>
              </a:pathLst>
            </a:custGeom>
            <a:ln w="520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2631" y="2242318"/>
              <a:ext cx="93664" cy="936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39033" y="2272058"/>
              <a:ext cx="274320" cy="160655"/>
            </a:xfrm>
            <a:custGeom>
              <a:avLst/>
              <a:gdLst/>
              <a:ahLst/>
              <a:cxnLst/>
              <a:rect l="l" t="t" r="r" b="b"/>
              <a:pathLst>
                <a:path w="274319" h="160655">
                  <a:moveTo>
                    <a:pt x="248124" y="0"/>
                  </a:moveTo>
                  <a:lnTo>
                    <a:pt x="239887" y="3040"/>
                  </a:lnTo>
                  <a:lnTo>
                    <a:pt x="237806" y="4081"/>
                  </a:lnTo>
                  <a:lnTo>
                    <a:pt x="236765" y="6162"/>
                  </a:lnTo>
                  <a:lnTo>
                    <a:pt x="159752" y="86294"/>
                  </a:lnTo>
                  <a:lnTo>
                    <a:pt x="118643" y="73806"/>
                  </a:lnTo>
                  <a:lnTo>
                    <a:pt x="100431" y="72245"/>
                  </a:lnTo>
                  <a:lnTo>
                    <a:pt x="91373" y="72627"/>
                  </a:lnTo>
                  <a:lnTo>
                    <a:pt x="51134" y="82229"/>
                  </a:lnTo>
                  <a:lnTo>
                    <a:pt x="17692" y="102424"/>
                  </a:lnTo>
                  <a:lnTo>
                    <a:pt x="0" y="160181"/>
                  </a:lnTo>
                  <a:lnTo>
                    <a:pt x="155589" y="160181"/>
                  </a:lnTo>
                  <a:lnTo>
                    <a:pt x="155589" y="159661"/>
                  </a:lnTo>
                  <a:lnTo>
                    <a:pt x="199820" y="108148"/>
                  </a:lnTo>
                  <a:lnTo>
                    <a:pt x="267987" y="36342"/>
                  </a:lnTo>
                  <a:lnTo>
                    <a:pt x="271833" y="30732"/>
                  </a:lnTo>
                  <a:lnTo>
                    <a:pt x="273776" y="23854"/>
                  </a:lnTo>
                  <a:lnTo>
                    <a:pt x="273475" y="16585"/>
                  </a:lnTo>
                  <a:lnTo>
                    <a:pt x="270589" y="9805"/>
                  </a:lnTo>
                  <a:lnTo>
                    <a:pt x="264401" y="3479"/>
                  </a:lnTo>
                  <a:lnTo>
                    <a:pt x="256604" y="178"/>
                  </a:lnTo>
                  <a:lnTo>
                    <a:pt x="24812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39033" y="2272058"/>
              <a:ext cx="274320" cy="160655"/>
            </a:xfrm>
            <a:custGeom>
              <a:avLst/>
              <a:gdLst/>
              <a:ahLst/>
              <a:cxnLst/>
              <a:rect l="l" t="t" r="r" b="b"/>
              <a:pathLst>
                <a:path w="274319" h="160655">
                  <a:moveTo>
                    <a:pt x="270589" y="9805"/>
                  </a:moveTo>
                  <a:lnTo>
                    <a:pt x="264401" y="3479"/>
                  </a:lnTo>
                  <a:lnTo>
                    <a:pt x="256604" y="178"/>
                  </a:lnTo>
                  <a:lnTo>
                    <a:pt x="248124" y="0"/>
                  </a:lnTo>
                  <a:lnTo>
                    <a:pt x="239887" y="3040"/>
                  </a:lnTo>
                  <a:lnTo>
                    <a:pt x="237806" y="4081"/>
                  </a:lnTo>
                  <a:lnTo>
                    <a:pt x="236765" y="6162"/>
                  </a:lnTo>
                  <a:lnTo>
                    <a:pt x="235724" y="7203"/>
                  </a:lnTo>
                  <a:lnTo>
                    <a:pt x="159752" y="86294"/>
                  </a:lnTo>
                  <a:lnTo>
                    <a:pt x="152467" y="82651"/>
                  </a:lnTo>
                  <a:lnTo>
                    <a:pt x="144661" y="79529"/>
                  </a:lnTo>
                  <a:lnTo>
                    <a:pt x="100431" y="72245"/>
                  </a:lnTo>
                  <a:lnTo>
                    <a:pt x="91373" y="72627"/>
                  </a:lnTo>
                  <a:lnTo>
                    <a:pt x="51134" y="82229"/>
                  </a:lnTo>
                  <a:lnTo>
                    <a:pt x="17692" y="102424"/>
                  </a:lnTo>
                  <a:lnTo>
                    <a:pt x="0" y="160181"/>
                  </a:lnTo>
                  <a:lnTo>
                    <a:pt x="155589" y="160181"/>
                  </a:lnTo>
                  <a:lnTo>
                    <a:pt x="155589" y="159661"/>
                  </a:lnTo>
                  <a:lnTo>
                    <a:pt x="199820" y="108148"/>
                  </a:lnTo>
                  <a:lnTo>
                    <a:pt x="267987" y="36342"/>
                  </a:lnTo>
                  <a:lnTo>
                    <a:pt x="271833" y="30732"/>
                  </a:lnTo>
                  <a:lnTo>
                    <a:pt x="273776" y="23854"/>
                  </a:lnTo>
                  <a:lnTo>
                    <a:pt x="273475" y="16585"/>
                  </a:lnTo>
                  <a:lnTo>
                    <a:pt x="270589" y="9805"/>
                  </a:lnTo>
                </a:path>
              </a:pathLst>
            </a:custGeom>
            <a:ln w="520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4425" y="2028825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504825"/>
                  </a:moveTo>
                  <a:lnTo>
                    <a:pt x="504825" y="504825"/>
                  </a:lnTo>
                  <a:lnTo>
                    <a:pt x="504825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38200" y="2971800"/>
            <a:ext cx="10515600" cy="914400"/>
            <a:chOff x="838200" y="2971800"/>
            <a:chExt cx="10515600" cy="914400"/>
          </a:xfrm>
        </p:grpSpPr>
        <p:sp>
          <p:nvSpPr>
            <p:cNvPr id="12" name="object 12"/>
            <p:cNvSpPr/>
            <p:nvPr/>
          </p:nvSpPr>
          <p:spPr>
            <a:xfrm>
              <a:off x="838200" y="297180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1042416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822960"/>
                  </a:lnTo>
                  <a:lnTo>
                    <a:pt x="7184" y="858571"/>
                  </a:lnTo>
                  <a:lnTo>
                    <a:pt x="26779" y="887634"/>
                  </a:lnTo>
                  <a:lnTo>
                    <a:pt x="55844" y="907220"/>
                  </a:lnTo>
                  <a:lnTo>
                    <a:pt x="91440" y="914400"/>
                  </a:lnTo>
                  <a:lnTo>
                    <a:pt x="10424160" y="914400"/>
                  </a:lnTo>
                  <a:lnTo>
                    <a:pt x="10459771" y="907220"/>
                  </a:lnTo>
                  <a:lnTo>
                    <a:pt x="10488834" y="887634"/>
                  </a:lnTo>
                  <a:lnTo>
                    <a:pt x="10508420" y="858571"/>
                  </a:lnTo>
                  <a:lnTo>
                    <a:pt x="10515600" y="822960"/>
                  </a:lnTo>
                  <a:lnTo>
                    <a:pt x="10515600" y="91439"/>
                  </a:lnTo>
                  <a:lnTo>
                    <a:pt x="10508420" y="55828"/>
                  </a:lnTo>
                  <a:lnTo>
                    <a:pt x="10488834" y="26765"/>
                  </a:lnTo>
                  <a:lnTo>
                    <a:pt x="10459771" y="7179"/>
                  </a:lnTo>
                  <a:lnTo>
                    <a:pt x="10424160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26544" y="3264712"/>
              <a:ext cx="481330" cy="331470"/>
            </a:xfrm>
            <a:custGeom>
              <a:avLst/>
              <a:gdLst/>
              <a:ahLst/>
              <a:cxnLst/>
              <a:rect l="l" t="t" r="r" b="b"/>
              <a:pathLst>
                <a:path w="481330" h="331470">
                  <a:moveTo>
                    <a:pt x="438665" y="0"/>
                  </a:moveTo>
                  <a:lnTo>
                    <a:pt x="172240" y="247093"/>
                  </a:lnTo>
                  <a:lnTo>
                    <a:pt x="44230" y="118441"/>
                  </a:lnTo>
                  <a:lnTo>
                    <a:pt x="0" y="159793"/>
                  </a:lnTo>
                  <a:lnTo>
                    <a:pt x="170159" y="331329"/>
                  </a:lnTo>
                  <a:lnTo>
                    <a:pt x="214910" y="290487"/>
                  </a:lnTo>
                  <a:lnTo>
                    <a:pt x="480814" y="42883"/>
                  </a:lnTo>
                  <a:lnTo>
                    <a:pt x="43866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6544" y="3264712"/>
              <a:ext cx="481330" cy="331470"/>
            </a:xfrm>
            <a:custGeom>
              <a:avLst/>
              <a:gdLst/>
              <a:ahLst/>
              <a:cxnLst/>
              <a:rect l="l" t="t" r="r" b="b"/>
              <a:pathLst>
                <a:path w="481330" h="331470">
                  <a:moveTo>
                    <a:pt x="438665" y="0"/>
                  </a:moveTo>
                  <a:lnTo>
                    <a:pt x="172240" y="247093"/>
                  </a:lnTo>
                  <a:lnTo>
                    <a:pt x="44230" y="118441"/>
                  </a:lnTo>
                  <a:lnTo>
                    <a:pt x="0" y="159793"/>
                  </a:lnTo>
                  <a:lnTo>
                    <a:pt x="170159" y="331329"/>
                  </a:lnTo>
                  <a:lnTo>
                    <a:pt x="214910" y="290487"/>
                  </a:lnTo>
                  <a:lnTo>
                    <a:pt x="480814" y="42883"/>
                  </a:lnTo>
                  <a:lnTo>
                    <a:pt x="438665" y="0"/>
                  </a:lnTo>
                  <a:close/>
                </a:path>
              </a:pathLst>
            </a:custGeom>
            <a:ln w="5136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14425" y="3181350"/>
              <a:ext cx="504825" cy="495300"/>
            </a:xfrm>
            <a:custGeom>
              <a:avLst/>
              <a:gdLst/>
              <a:ahLst/>
              <a:cxnLst/>
              <a:rect l="l" t="t" r="r" b="b"/>
              <a:pathLst>
                <a:path w="504825" h="495300">
                  <a:moveTo>
                    <a:pt x="0" y="495300"/>
                  </a:moveTo>
                  <a:lnTo>
                    <a:pt x="504825" y="495300"/>
                  </a:lnTo>
                  <a:lnTo>
                    <a:pt x="504825" y="0"/>
                  </a:lnTo>
                  <a:lnTo>
                    <a:pt x="0" y="0"/>
                  </a:lnTo>
                  <a:lnTo>
                    <a:pt x="0" y="495300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753517" y="4185138"/>
            <a:ext cx="10515600" cy="914400"/>
            <a:chOff x="838200" y="5257800"/>
            <a:chExt cx="10515600" cy="914400"/>
          </a:xfrm>
        </p:grpSpPr>
        <p:sp>
          <p:nvSpPr>
            <p:cNvPr id="22" name="object 22"/>
            <p:cNvSpPr/>
            <p:nvPr/>
          </p:nvSpPr>
          <p:spPr>
            <a:xfrm>
              <a:off x="838200" y="5257800"/>
              <a:ext cx="10515600" cy="914400"/>
            </a:xfrm>
            <a:custGeom>
              <a:avLst/>
              <a:gdLst/>
              <a:ahLst/>
              <a:cxnLst/>
              <a:rect l="l" t="t" r="r" b="b"/>
              <a:pathLst>
                <a:path w="10515600" h="914400">
                  <a:moveTo>
                    <a:pt x="1042416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40"/>
                  </a:lnTo>
                  <a:lnTo>
                    <a:pt x="0" y="822960"/>
                  </a:lnTo>
                  <a:lnTo>
                    <a:pt x="7184" y="858555"/>
                  </a:lnTo>
                  <a:lnTo>
                    <a:pt x="26779" y="887620"/>
                  </a:lnTo>
                  <a:lnTo>
                    <a:pt x="55844" y="907215"/>
                  </a:lnTo>
                  <a:lnTo>
                    <a:pt x="91440" y="914400"/>
                  </a:lnTo>
                  <a:lnTo>
                    <a:pt x="10424160" y="914400"/>
                  </a:lnTo>
                  <a:lnTo>
                    <a:pt x="10459771" y="907215"/>
                  </a:lnTo>
                  <a:lnTo>
                    <a:pt x="10488834" y="887620"/>
                  </a:lnTo>
                  <a:lnTo>
                    <a:pt x="10508420" y="858555"/>
                  </a:lnTo>
                  <a:lnTo>
                    <a:pt x="10515600" y="822960"/>
                  </a:lnTo>
                  <a:lnTo>
                    <a:pt x="10515600" y="91440"/>
                  </a:lnTo>
                  <a:lnTo>
                    <a:pt x="10508420" y="55828"/>
                  </a:lnTo>
                  <a:lnTo>
                    <a:pt x="10488834" y="26765"/>
                  </a:lnTo>
                  <a:lnTo>
                    <a:pt x="10459771" y="7179"/>
                  </a:lnTo>
                  <a:lnTo>
                    <a:pt x="10424160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8992" y="5731770"/>
              <a:ext cx="155132" cy="1176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8512" y="5581459"/>
              <a:ext cx="110838" cy="13060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205120" y="5630890"/>
              <a:ext cx="280035" cy="224790"/>
            </a:xfrm>
            <a:custGeom>
              <a:avLst/>
              <a:gdLst/>
              <a:ahLst/>
              <a:cxnLst/>
              <a:rect l="l" t="t" r="r" b="b"/>
              <a:pathLst>
                <a:path w="280034" h="224789">
                  <a:moveTo>
                    <a:pt x="249382" y="160263"/>
                  </a:moveTo>
                  <a:lnTo>
                    <a:pt x="170678" y="160263"/>
                  </a:lnTo>
                  <a:lnTo>
                    <a:pt x="175361" y="161824"/>
                  </a:lnTo>
                  <a:lnTo>
                    <a:pt x="179004" y="165466"/>
                  </a:lnTo>
                  <a:lnTo>
                    <a:pt x="183167" y="169108"/>
                  </a:lnTo>
                  <a:lnTo>
                    <a:pt x="185768" y="174312"/>
                  </a:lnTo>
                  <a:lnTo>
                    <a:pt x="186185" y="178474"/>
                  </a:lnTo>
                  <a:lnTo>
                    <a:pt x="186809" y="185239"/>
                  </a:lnTo>
                  <a:lnTo>
                    <a:pt x="184728" y="190442"/>
                  </a:lnTo>
                  <a:lnTo>
                    <a:pt x="163393" y="214898"/>
                  </a:lnTo>
                  <a:lnTo>
                    <a:pt x="170678" y="220621"/>
                  </a:lnTo>
                  <a:lnTo>
                    <a:pt x="174320" y="222703"/>
                  </a:lnTo>
                  <a:lnTo>
                    <a:pt x="178483" y="224264"/>
                  </a:lnTo>
                  <a:lnTo>
                    <a:pt x="183167" y="223743"/>
                  </a:lnTo>
                  <a:lnTo>
                    <a:pt x="191070" y="221418"/>
                  </a:lnTo>
                  <a:lnTo>
                    <a:pt x="197216" y="216459"/>
                  </a:lnTo>
                  <a:lnTo>
                    <a:pt x="201021" y="209548"/>
                  </a:lnTo>
                  <a:lnTo>
                    <a:pt x="201900" y="201369"/>
                  </a:lnTo>
                  <a:lnTo>
                    <a:pt x="201900" y="200849"/>
                  </a:lnTo>
                  <a:lnTo>
                    <a:pt x="208872" y="200849"/>
                  </a:lnTo>
                  <a:lnTo>
                    <a:pt x="225836" y="178474"/>
                  </a:lnTo>
                  <a:lnTo>
                    <a:pt x="232808" y="178474"/>
                  </a:lnTo>
                  <a:lnTo>
                    <a:pt x="238943" y="176669"/>
                  </a:lnTo>
                  <a:lnTo>
                    <a:pt x="245090" y="171710"/>
                  </a:lnTo>
                  <a:lnTo>
                    <a:pt x="248895" y="164799"/>
                  </a:lnTo>
                  <a:lnTo>
                    <a:pt x="249214" y="161824"/>
                  </a:lnTo>
                  <a:lnTo>
                    <a:pt x="249326" y="160783"/>
                  </a:lnTo>
                  <a:lnTo>
                    <a:pt x="249382" y="160263"/>
                  </a:lnTo>
                  <a:close/>
                </a:path>
                <a:path w="280034" h="224789">
                  <a:moveTo>
                    <a:pt x="208872" y="200849"/>
                  </a:moveTo>
                  <a:lnTo>
                    <a:pt x="201900" y="200849"/>
                  </a:lnTo>
                  <a:lnTo>
                    <a:pt x="203461" y="201369"/>
                  </a:lnTo>
                  <a:lnTo>
                    <a:pt x="207103" y="201369"/>
                  </a:lnTo>
                  <a:lnTo>
                    <a:pt x="208872" y="200849"/>
                  </a:lnTo>
                  <a:close/>
                </a:path>
                <a:path w="280034" h="224789">
                  <a:moveTo>
                    <a:pt x="232808" y="178474"/>
                  </a:moveTo>
                  <a:lnTo>
                    <a:pt x="225836" y="178474"/>
                  </a:lnTo>
                  <a:lnTo>
                    <a:pt x="227397" y="178995"/>
                  </a:lnTo>
                  <a:lnTo>
                    <a:pt x="231040" y="178995"/>
                  </a:lnTo>
                  <a:lnTo>
                    <a:pt x="232808" y="178474"/>
                  </a:lnTo>
                  <a:close/>
                </a:path>
                <a:path w="280034" h="224789">
                  <a:moveTo>
                    <a:pt x="278243" y="139449"/>
                  </a:moveTo>
                  <a:lnTo>
                    <a:pt x="142058" y="139449"/>
                  </a:lnTo>
                  <a:lnTo>
                    <a:pt x="147262" y="141531"/>
                  </a:lnTo>
                  <a:lnTo>
                    <a:pt x="151945" y="145173"/>
                  </a:lnTo>
                  <a:lnTo>
                    <a:pt x="156628" y="149336"/>
                  </a:lnTo>
                  <a:lnTo>
                    <a:pt x="159230" y="155059"/>
                  </a:lnTo>
                  <a:lnTo>
                    <a:pt x="159664" y="160263"/>
                  </a:lnTo>
                  <a:lnTo>
                    <a:pt x="159750" y="161303"/>
                  </a:lnTo>
                  <a:lnTo>
                    <a:pt x="161311" y="160783"/>
                  </a:lnTo>
                  <a:lnTo>
                    <a:pt x="163393" y="160263"/>
                  </a:lnTo>
                  <a:lnTo>
                    <a:pt x="249382" y="160263"/>
                  </a:lnTo>
                  <a:lnTo>
                    <a:pt x="249773" y="156620"/>
                  </a:lnTo>
                  <a:lnTo>
                    <a:pt x="249773" y="155580"/>
                  </a:lnTo>
                  <a:lnTo>
                    <a:pt x="249252" y="154539"/>
                  </a:lnTo>
                  <a:lnTo>
                    <a:pt x="249252" y="153498"/>
                  </a:lnTo>
                  <a:lnTo>
                    <a:pt x="267254" y="153498"/>
                  </a:lnTo>
                  <a:lnTo>
                    <a:pt x="268083" y="153254"/>
                  </a:lnTo>
                  <a:lnTo>
                    <a:pt x="274230" y="148295"/>
                  </a:lnTo>
                  <a:lnTo>
                    <a:pt x="277954" y="141531"/>
                  </a:lnTo>
                  <a:lnTo>
                    <a:pt x="278035" y="141384"/>
                  </a:lnTo>
                  <a:lnTo>
                    <a:pt x="278131" y="140490"/>
                  </a:lnTo>
                  <a:lnTo>
                    <a:pt x="278243" y="139449"/>
                  </a:lnTo>
                  <a:close/>
                </a:path>
                <a:path w="280034" h="224789">
                  <a:moveTo>
                    <a:pt x="267254" y="153498"/>
                  </a:moveTo>
                  <a:lnTo>
                    <a:pt x="249252" y="153498"/>
                  </a:lnTo>
                  <a:lnTo>
                    <a:pt x="252375" y="155059"/>
                  </a:lnTo>
                  <a:lnTo>
                    <a:pt x="256017" y="156100"/>
                  </a:lnTo>
                  <a:lnTo>
                    <a:pt x="260180" y="155580"/>
                  </a:lnTo>
                  <a:lnTo>
                    <a:pt x="267254" y="153498"/>
                  </a:lnTo>
                  <a:close/>
                </a:path>
                <a:path w="280034" h="224789">
                  <a:moveTo>
                    <a:pt x="268332" y="114993"/>
                  </a:moveTo>
                  <a:lnTo>
                    <a:pt x="109796" y="114993"/>
                  </a:lnTo>
                  <a:lnTo>
                    <a:pt x="116040" y="117075"/>
                  </a:lnTo>
                  <a:lnTo>
                    <a:pt x="120723" y="121237"/>
                  </a:lnTo>
                  <a:lnTo>
                    <a:pt x="126447" y="126441"/>
                  </a:lnTo>
                  <a:lnTo>
                    <a:pt x="129569" y="133205"/>
                  </a:lnTo>
                  <a:lnTo>
                    <a:pt x="129569" y="140490"/>
                  </a:lnTo>
                  <a:lnTo>
                    <a:pt x="131651" y="139970"/>
                  </a:lnTo>
                  <a:lnTo>
                    <a:pt x="134253" y="139449"/>
                  </a:lnTo>
                  <a:lnTo>
                    <a:pt x="278243" y="139449"/>
                  </a:lnTo>
                  <a:lnTo>
                    <a:pt x="278913" y="133205"/>
                  </a:lnTo>
                  <a:lnTo>
                    <a:pt x="279433" y="127481"/>
                  </a:lnTo>
                  <a:lnTo>
                    <a:pt x="276832" y="122798"/>
                  </a:lnTo>
                  <a:lnTo>
                    <a:pt x="273189" y="119156"/>
                  </a:lnTo>
                  <a:lnTo>
                    <a:pt x="268332" y="114993"/>
                  </a:lnTo>
                  <a:close/>
                </a:path>
                <a:path w="280034" h="224789">
                  <a:moveTo>
                    <a:pt x="110732" y="91578"/>
                  </a:moveTo>
                  <a:lnTo>
                    <a:pt x="74931" y="91578"/>
                  </a:lnTo>
                  <a:lnTo>
                    <a:pt x="81176" y="93660"/>
                  </a:lnTo>
                  <a:lnTo>
                    <a:pt x="85859" y="97822"/>
                  </a:lnTo>
                  <a:lnTo>
                    <a:pt x="91583" y="102505"/>
                  </a:lnTo>
                  <a:lnTo>
                    <a:pt x="94185" y="109270"/>
                  </a:lnTo>
                  <a:lnTo>
                    <a:pt x="94594" y="114993"/>
                  </a:lnTo>
                  <a:lnTo>
                    <a:pt x="94705" y="116554"/>
                  </a:lnTo>
                  <a:lnTo>
                    <a:pt x="97307" y="115514"/>
                  </a:lnTo>
                  <a:lnTo>
                    <a:pt x="100429" y="114993"/>
                  </a:lnTo>
                  <a:lnTo>
                    <a:pt x="268332" y="114993"/>
                  </a:lnTo>
                  <a:lnTo>
                    <a:pt x="243442" y="93660"/>
                  </a:lnTo>
                  <a:lnTo>
                    <a:pt x="116560" y="93660"/>
                  </a:lnTo>
                  <a:lnTo>
                    <a:pt x="110732" y="91578"/>
                  </a:lnTo>
                  <a:close/>
                </a:path>
                <a:path w="280034" h="224789">
                  <a:moveTo>
                    <a:pt x="45271" y="0"/>
                  </a:moveTo>
                  <a:lnTo>
                    <a:pt x="0" y="74928"/>
                  </a:lnTo>
                  <a:lnTo>
                    <a:pt x="35384" y="116034"/>
                  </a:lnTo>
                  <a:lnTo>
                    <a:pt x="48913" y="100424"/>
                  </a:lnTo>
                  <a:lnTo>
                    <a:pt x="53597" y="94700"/>
                  </a:lnTo>
                  <a:lnTo>
                    <a:pt x="60882" y="91578"/>
                  </a:lnTo>
                  <a:lnTo>
                    <a:pt x="110732" y="91578"/>
                  </a:lnTo>
                  <a:lnTo>
                    <a:pt x="109275" y="91058"/>
                  </a:lnTo>
                  <a:lnTo>
                    <a:pt x="104072" y="85855"/>
                  </a:lnTo>
                  <a:lnTo>
                    <a:pt x="96559" y="75944"/>
                  </a:lnTo>
                  <a:lnTo>
                    <a:pt x="93534" y="64326"/>
                  </a:lnTo>
                  <a:lnTo>
                    <a:pt x="94998" y="52415"/>
                  </a:lnTo>
                  <a:lnTo>
                    <a:pt x="100950" y="41626"/>
                  </a:lnTo>
                  <a:lnTo>
                    <a:pt x="130296" y="7805"/>
                  </a:lnTo>
                  <a:lnTo>
                    <a:pt x="91388" y="7805"/>
                  </a:lnTo>
                  <a:lnTo>
                    <a:pt x="68793" y="7122"/>
                  </a:lnTo>
                  <a:lnTo>
                    <a:pt x="45271" y="0"/>
                  </a:lnTo>
                  <a:close/>
                </a:path>
                <a:path w="280034" h="224789">
                  <a:moveTo>
                    <a:pt x="183687" y="42147"/>
                  </a:moveTo>
                  <a:lnTo>
                    <a:pt x="147782" y="83253"/>
                  </a:lnTo>
                  <a:lnTo>
                    <a:pt x="142578" y="89497"/>
                  </a:lnTo>
                  <a:lnTo>
                    <a:pt x="135293" y="93139"/>
                  </a:lnTo>
                  <a:lnTo>
                    <a:pt x="126968" y="93660"/>
                  </a:lnTo>
                  <a:lnTo>
                    <a:pt x="243442" y="93660"/>
                  </a:lnTo>
                  <a:lnTo>
                    <a:pt x="189411" y="47350"/>
                  </a:lnTo>
                  <a:lnTo>
                    <a:pt x="183687" y="42147"/>
                  </a:lnTo>
                  <a:close/>
                </a:path>
                <a:path w="280034" h="224789">
                  <a:moveTo>
                    <a:pt x="131651" y="6244"/>
                  </a:moveTo>
                  <a:lnTo>
                    <a:pt x="111276" y="6244"/>
                  </a:lnTo>
                  <a:lnTo>
                    <a:pt x="91388" y="7805"/>
                  </a:lnTo>
                  <a:lnTo>
                    <a:pt x="130296" y="7805"/>
                  </a:lnTo>
                  <a:lnTo>
                    <a:pt x="131651" y="6244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05120" y="5630890"/>
              <a:ext cx="280035" cy="224790"/>
            </a:xfrm>
            <a:custGeom>
              <a:avLst/>
              <a:gdLst/>
              <a:ahLst/>
              <a:cxnLst/>
              <a:rect l="l" t="t" r="r" b="b"/>
              <a:pathLst>
                <a:path w="280034" h="224789">
                  <a:moveTo>
                    <a:pt x="273189" y="119156"/>
                  </a:moveTo>
                  <a:lnTo>
                    <a:pt x="189411" y="47350"/>
                  </a:lnTo>
                  <a:lnTo>
                    <a:pt x="183687" y="42147"/>
                  </a:lnTo>
                  <a:lnTo>
                    <a:pt x="147782" y="83253"/>
                  </a:lnTo>
                  <a:lnTo>
                    <a:pt x="142578" y="89497"/>
                  </a:lnTo>
                  <a:lnTo>
                    <a:pt x="135293" y="93139"/>
                  </a:lnTo>
                  <a:lnTo>
                    <a:pt x="126968" y="93660"/>
                  </a:lnTo>
                  <a:lnTo>
                    <a:pt x="125927" y="93660"/>
                  </a:lnTo>
                  <a:lnTo>
                    <a:pt x="124886" y="93660"/>
                  </a:lnTo>
                  <a:lnTo>
                    <a:pt x="124366" y="93660"/>
                  </a:lnTo>
                  <a:lnTo>
                    <a:pt x="116560" y="93660"/>
                  </a:lnTo>
                  <a:lnTo>
                    <a:pt x="109275" y="91058"/>
                  </a:lnTo>
                  <a:lnTo>
                    <a:pt x="104072" y="85855"/>
                  </a:lnTo>
                  <a:lnTo>
                    <a:pt x="96559" y="75944"/>
                  </a:lnTo>
                  <a:lnTo>
                    <a:pt x="93534" y="64326"/>
                  </a:lnTo>
                  <a:lnTo>
                    <a:pt x="94998" y="52415"/>
                  </a:lnTo>
                  <a:lnTo>
                    <a:pt x="100950" y="41626"/>
                  </a:lnTo>
                  <a:lnTo>
                    <a:pt x="131651" y="6244"/>
                  </a:lnTo>
                  <a:lnTo>
                    <a:pt x="112519" y="6146"/>
                  </a:lnTo>
                  <a:lnTo>
                    <a:pt x="91388" y="7805"/>
                  </a:lnTo>
                  <a:lnTo>
                    <a:pt x="68793" y="7122"/>
                  </a:lnTo>
                  <a:lnTo>
                    <a:pt x="45271" y="0"/>
                  </a:lnTo>
                  <a:lnTo>
                    <a:pt x="0" y="74928"/>
                  </a:lnTo>
                  <a:lnTo>
                    <a:pt x="35384" y="116034"/>
                  </a:lnTo>
                  <a:lnTo>
                    <a:pt x="48913" y="100424"/>
                  </a:lnTo>
                  <a:lnTo>
                    <a:pt x="53597" y="94700"/>
                  </a:lnTo>
                  <a:lnTo>
                    <a:pt x="60882" y="91578"/>
                  </a:lnTo>
                  <a:lnTo>
                    <a:pt x="68687" y="91578"/>
                  </a:lnTo>
                  <a:lnTo>
                    <a:pt x="74931" y="91578"/>
                  </a:lnTo>
                  <a:lnTo>
                    <a:pt x="81176" y="93660"/>
                  </a:lnTo>
                  <a:lnTo>
                    <a:pt x="85859" y="97822"/>
                  </a:lnTo>
                  <a:lnTo>
                    <a:pt x="91583" y="102505"/>
                  </a:lnTo>
                  <a:lnTo>
                    <a:pt x="94185" y="109270"/>
                  </a:lnTo>
                  <a:lnTo>
                    <a:pt x="94705" y="116554"/>
                  </a:lnTo>
                  <a:lnTo>
                    <a:pt x="97307" y="115514"/>
                  </a:lnTo>
                  <a:lnTo>
                    <a:pt x="100429" y="114993"/>
                  </a:lnTo>
                  <a:lnTo>
                    <a:pt x="103551" y="114993"/>
                  </a:lnTo>
                  <a:lnTo>
                    <a:pt x="109796" y="114993"/>
                  </a:lnTo>
                  <a:lnTo>
                    <a:pt x="116040" y="117075"/>
                  </a:lnTo>
                  <a:lnTo>
                    <a:pt x="120723" y="121237"/>
                  </a:lnTo>
                  <a:lnTo>
                    <a:pt x="126447" y="126441"/>
                  </a:lnTo>
                  <a:lnTo>
                    <a:pt x="129569" y="133205"/>
                  </a:lnTo>
                  <a:lnTo>
                    <a:pt x="129569" y="140490"/>
                  </a:lnTo>
                  <a:lnTo>
                    <a:pt x="131651" y="139970"/>
                  </a:lnTo>
                  <a:lnTo>
                    <a:pt x="134253" y="139449"/>
                  </a:lnTo>
                  <a:lnTo>
                    <a:pt x="136334" y="139449"/>
                  </a:lnTo>
                  <a:lnTo>
                    <a:pt x="142058" y="139449"/>
                  </a:lnTo>
                  <a:lnTo>
                    <a:pt x="147262" y="141531"/>
                  </a:lnTo>
                  <a:lnTo>
                    <a:pt x="151945" y="145173"/>
                  </a:lnTo>
                  <a:lnTo>
                    <a:pt x="156628" y="149336"/>
                  </a:lnTo>
                  <a:lnTo>
                    <a:pt x="159230" y="155059"/>
                  </a:lnTo>
                  <a:lnTo>
                    <a:pt x="159750" y="161303"/>
                  </a:lnTo>
                  <a:lnTo>
                    <a:pt x="161311" y="160783"/>
                  </a:lnTo>
                  <a:lnTo>
                    <a:pt x="163393" y="160263"/>
                  </a:lnTo>
                  <a:lnTo>
                    <a:pt x="165474" y="160263"/>
                  </a:lnTo>
                  <a:lnTo>
                    <a:pt x="170678" y="160263"/>
                  </a:lnTo>
                  <a:lnTo>
                    <a:pt x="175361" y="161824"/>
                  </a:lnTo>
                  <a:lnTo>
                    <a:pt x="179004" y="165466"/>
                  </a:lnTo>
                  <a:lnTo>
                    <a:pt x="183167" y="169108"/>
                  </a:lnTo>
                  <a:lnTo>
                    <a:pt x="185768" y="174312"/>
                  </a:lnTo>
                  <a:lnTo>
                    <a:pt x="186289" y="179515"/>
                  </a:lnTo>
                  <a:lnTo>
                    <a:pt x="186809" y="185239"/>
                  </a:lnTo>
                  <a:lnTo>
                    <a:pt x="184728" y="190442"/>
                  </a:lnTo>
                  <a:lnTo>
                    <a:pt x="181085" y="194605"/>
                  </a:lnTo>
                  <a:lnTo>
                    <a:pt x="163393" y="214898"/>
                  </a:lnTo>
                  <a:lnTo>
                    <a:pt x="170678" y="220621"/>
                  </a:lnTo>
                  <a:lnTo>
                    <a:pt x="174320" y="222703"/>
                  </a:lnTo>
                  <a:lnTo>
                    <a:pt x="178483" y="224264"/>
                  </a:lnTo>
                  <a:lnTo>
                    <a:pt x="183167" y="223743"/>
                  </a:lnTo>
                  <a:lnTo>
                    <a:pt x="191070" y="221418"/>
                  </a:lnTo>
                  <a:lnTo>
                    <a:pt x="197216" y="216459"/>
                  </a:lnTo>
                  <a:lnTo>
                    <a:pt x="201021" y="209548"/>
                  </a:lnTo>
                  <a:lnTo>
                    <a:pt x="201900" y="201369"/>
                  </a:lnTo>
                  <a:lnTo>
                    <a:pt x="201900" y="200849"/>
                  </a:lnTo>
                  <a:lnTo>
                    <a:pt x="203461" y="201369"/>
                  </a:lnTo>
                  <a:lnTo>
                    <a:pt x="205542" y="201369"/>
                  </a:lnTo>
                  <a:lnTo>
                    <a:pt x="207103" y="201369"/>
                  </a:lnTo>
                  <a:lnTo>
                    <a:pt x="215006" y="199044"/>
                  </a:lnTo>
                  <a:lnTo>
                    <a:pt x="221153" y="194084"/>
                  </a:lnTo>
                  <a:lnTo>
                    <a:pt x="224958" y="187174"/>
                  </a:lnTo>
                  <a:lnTo>
                    <a:pt x="225836" y="178995"/>
                  </a:lnTo>
                  <a:lnTo>
                    <a:pt x="225836" y="178474"/>
                  </a:lnTo>
                  <a:lnTo>
                    <a:pt x="227397" y="178995"/>
                  </a:lnTo>
                  <a:lnTo>
                    <a:pt x="229479" y="178995"/>
                  </a:lnTo>
                  <a:lnTo>
                    <a:pt x="231040" y="178995"/>
                  </a:lnTo>
                  <a:lnTo>
                    <a:pt x="238943" y="176669"/>
                  </a:lnTo>
                  <a:lnTo>
                    <a:pt x="245090" y="171710"/>
                  </a:lnTo>
                  <a:lnTo>
                    <a:pt x="248895" y="164799"/>
                  </a:lnTo>
                  <a:lnTo>
                    <a:pt x="249773" y="156620"/>
                  </a:lnTo>
                  <a:lnTo>
                    <a:pt x="249773" y="155580"/>
                  </a:lnTo>
                  <a:lnTo>
                    <a:pt x="249252" y="154539"/>
                  </a:lnTo>
                  <a:lnTo>
                    <a:pt x="249252" y="153498"/>
                  </a:lnTo>
                  <a:lnTo>
                    <a:pt x="252375" y="155059"/>
                  </a:lnTo>
                  <a:lnTo>
                    <a:pt x="256017" y="156100"/>
                  </a:lnTo>
                  <a:lnTo>
                    <a:pt x="260180" y="155580"/>
                  </a:lnTo>
                  <a:lnTo>
                    <a:pt x="279433" y="127481"/>
                  </a:lnTo>
                  <a:lnTo>
                    <a:pt x="276832" y="122798"/>
                  </a:lnTo>
                  <a:lnTo>
                    <a:pt x="273189" y="119156"/>
                  </a:lnTo>
                  <a:close/>
                </a:path>
              </a:pathLst>
            </a:custGeom>
            <a:ln w="520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5550" y="5581459"/>
              <a:ext cx="289840" cy="16962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114425" y="5467350"/>
              <a:ext cx="504825" cy="504825"/>
            </a:xfrm>
            <a:custGeom>
              <a:avLst/>
              <a:gdLst/>
              <a:ahLst/>
              <a:cxnLst/>
              <a:rect l="l" t="t" r="r" b="b"/>
              <a:pathLst>
                <a:path w="504825" h="504825">
                  <a:moveTo>
                    <a:pt x="0" y="504825"/>
                  </a:moveTo>
                  <a:lnTo>
                    <a:pt x="504825" y="504825"/>
                  </a:lnTo>
                  <a:lnTo>
                    <a:pt x="504825" y="0"/>
                  </a:lnTo>
                  <a:lnTo>
                    <a:pt x="0" y="0"/>
                  </a:lnTo>
                  <a:lnTo>
                    <a:pt x="0" y="5048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981200" y="2094864"/>
            <a:ext cx="6684645" cy="26027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spc="-25" dirty="0" err="1">
                <a:latin typeface="Trebuchet MS"/>
                <a:cs typeface="Trebuchet MS"/>
              </a:rPr>
              <a:t>Présentation</a:t>
            </a:r>
            <a:r>
              <a:rPr sz="2150" spc="-150" dirty="0">
                <a:latin typeface="Trebuchet MS"/>
                <a:cs typeface="Trebuchet MS"/>
              </a:rPr>
              <a:t> </a:t>
            </a:r>
            <a:r>
              <a:rPr sz="2150" dirty="0">
                <a:latin typeface="Trebuchet MS"/>
                <a:cs typeface="Trebuchet MS"/>
              </a:rPr>
              <a:t>d</a:t>
            </a:r>
            <a:r>
              <a:rPr lang="fr-FR" sz="2150" dirty="0">
                <a:latin typeface="Trebuchet MS"/>
                <a:cs typeface="Trebuchet MS"/>
              </a:rPr>
              <a:t>es</a:t>
            </a:r>
            <a:r>
              <a:rPr sz="2150" spc="-85" dirty="0">
                <a:latin typeface="Trebuchet MS"/>
                <a:cs typeface="Trebuchet MS"/>
              </a:rPr>
              <a:t> </a:t>
            </a:r>
            <a:r>
              <a:rPr sz="2150" spc="-110" dirty="0" err="1">
                <a:latin typeface="Trebuchet MS"/>
                <a:cs typeface="Trebuchet MS"/>
              </a:rPr>
              <a:t>Projet</a:t>
            </a:r>
            <a:r>
              <a:rPr lang="fr-FR" sz="2150" spc="-110" dirty="0">
                <a:latin typeface="Trebuchet MS"/>
                <a:cs typeface="Trebuchet MS"/>
              </a:rPr>
              <a:t>s</a:t>
            </a:r>
            <a:r>
              <a:rPr sz="2150" spc="-110" dirty="0">
                <a:latin typeface="Trebuchet MS"/>
                <a:cs typeface="Trebuchet MS"/>
              </a:rPr>
              <a:t>,</a:t>
            </a:r>
            <a:r>
              <a:rPr sz="2150" spc="-165" dirty="0">
                <a:latin typeface="Trebuchet MS"/>
                <a:cs typeface="Trebuchet MS"/>
              </a:rPr>
              <a:t> </a:t>
            </a:r>
            <a:r>
              <a:rPr sz="2150" spc="-125" dirty="0">
                <a:latin typeface="Trebuchet MS"/>
                <a:cs typeface="Trebuchet MS"/>
              </a:rPr>
              <a:t>récapitulatif</a:t>
            </a:r>
            <a:r>
              <a:rPr sz="2150" spc="-160" dirty="0">
                <a:latin typeface="Trebuchet MS"/>
                <a:cs typeface="Trebuchet MS"/>
              </a:rPr>
              <a:t> </a:t>
            </a:r>
            <a:r>
              <a:rPr sz="2150" spc="-114" dirty="0">
                <a:latin typeface="Trebuchet MS"/>
                <a:cs typeface="Trebuchet MS"/>
              </a:rPr>
              <a:t>et</a:t>
            </a:r>
            <a:r>
              <a:rPr sz="2150" spc="-95" dirty="0">
                <a:latin typeface="Trebuchet MS"/>
                <a:cs typeface="Trebuchet MS"/>
              </a:rPr>
              <a:t> </a:t>
            </a:r>
            <a:r>
              <a:rPr sz="2150" dirty="0">
                <a:latin typeface="Trebuchet MS"/>
                <a:cs typeface="Trebuchet MS"/>
              </a:rPr>
              <a:t>tâches</a:t>
            </a:r>
            <a:r>
              <a:rPr sz="2150" spc="-155" dirty="0">
                <a:latin typeface="Trebuchet MS"/>
                <a:cs typeface="Trebuchet MS"/>
              </a:rPr>
              <a:t> </a:t>
            </a:r>
            <a:r>
              <a:rPr sz="2150" dirty="0">
                <a:latin typeface="Trebuchet MS"/>
                <a:cs typeface="Trebuchet MS"/>
              </a:rPr>
              <a:t>à</a:t>
            </a:r>
            <a:r>
              <a:rPr sz="2150" spc="-100" dirty="0">
                <a:latin typeface="Trebuchet MS"/>
                <a:cs typeface="Trebuchet MS"/>
              </a:rPr>
              <a:t> </a:t>
            </a:r>
            <a:r>
              <a:rPr sz="2150" spc="-10" dirty="0">
                <a:latin typeface="Trebuchet MS"/>
                <a:cs typeface="Trebuchet MS"/>
              </a:rPr>
              <a:t>réalisées</a:t>
            </a:r>
            <a:endParaRPr sz="21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endParaRPr lang="fr-FR" sz="21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150" spc="-25" dirty="0" err="1">
                <a:latin typeface="Trebuchet MS"/>
                <a:cs typeface="Trebuchet MS"/>
              </a:rPr>
              <a:t>Tâches</a:t>
            </a:r>
            <a:r>
              <a:rPr sz="2150" spc="-105" dirty="0">
                <a:latin typeface="Trebuchet MS"/>
                <a:cs typeface="Trebuchet MS"/>
              </a:rPr>
              <a:t> </a:t>
            </a:r>
            <a:r>
              <a:rPr sz="2150" spc="-10" dirty="0">
                <a:latin typeface="Trebuchet MS"/>
                <a:cs typeface="Trebuchet MS"/>
              </a:rPr>
              <a:t>réalisées</a:t>
            </a:r>
            <a:endParaRPr sz="2150" dirty="0">
              <a:latin typeface="Trebuchet MS"/>
              <a:cs typeface="Trebuchet MS"/>
            </a:endParaRPr>
          </a:p>
          <a:p>
            <a:pPr marL="12700" marR="1454150">
              <a:lnSpc>
                <a:spcPct val="349600"/>
              </a:lnSpc>
            </a:pPr>
            <a:r>
              <a:rPr sz="2150" spc="-10" dirty="0">
                <a:latin typeface="Trebuchet MS"/>
                <a:cs typeface="Trebuchet MS"/>
              </a:rPr>
              <a:t>Bilan</a:t>
            </a:r>
            <a:r>
              <a:rPr sz="2150" spc="-135" dirty="0">
                <a:latin typeface="Trebuchet MS"/>
                <a:cs typeface="Trebuchet MS"/>
              </a:rPr>
              <a:t> </a:t>
            </a:r>
            <a:r>
              <a:rPr sz="2150" dirty="0">
                <a:latin typeface="Trebuchet MS"/>
                <a:cs typeface="Trebuchet MS"/>
              </a:rPr>
              <a:t>du</a:t>
            </a:r>
            <a:r>
              <a:rPr sz="2150" spc="-155" dirty="0">
                <a:latin typeface="Trebuchet MS"/>
                <a:cs typeface="Trebuchet MS"/>
              </a:rPr>
              <a:t> </a:t>
            </a:r>
            <a:r>
              <a:rPr sz="2150" spc="-85" dirty="0">
                <a:latin typeface="Trebuchet MS"/>
                <a:cs typeface="Trebuchet MS"/>
              </a:rPr>
              <a:t>Projet</a:t>
            </a:r>
            <a:r>
              <a:rPr sz="2150" spc="-170" dirty="0">
                <a:latin typeface="Trebuchet MS"/>
                <a:cs typeface="Trebuchet MS"/>
              </a:rPr>
              <a:t> </a:t>
            </a:r>
            <a:r>
              <a:rPr sz="2150" spc="-114" dirty="0">
                <a:latin typeface="Trebuchet MS"/>
                <a:cs typeface="Trebuchet MS"/>
              </a:rPr>
              <a:t>et</a:t>
            </a:r>
            <a:r>
              <a:rPr sz="2150" spc="-90" dirty="0">
                <a:latin typeface="Trebuchet MS"/>
                <a:cs typeface="Trebuchet MS"/>
              </a:rPr>
              <a:t> </a:t>
            </a:r>
            <a:r>
              <a:rPr sz="2150" spc="55" dirty="0">
                <a:latin typeface="Trebuchet MS"/>
                <a:cs typeface="Trebuchet MS"/>
              </a:rPr>
              <a:t>des</a:t>
            </a:r>
            <a:r>
              <a:rPr sz="2150" spc="-145" dirty="0">
                <a:latin typeface="Trebuchet MS"/>
                <a:cs typeface="Trebuchet MS"/>
              </a:rPr>
              <a:t> </a:t>
            </a:r>
            <a:r>
              <a:rPr sz="2150" dirty="0">
                <a:latin typeface="Trebuchet MS"/>
                <a:cs typeface="Trebuchet MS"/>
              </a:rPr>
              <a:t>échanges</a:t>
            </a:r>
            <a:r>
              <a:rPr sz="2150" spc="-140" dirty="0">
                <a:latin typeface="Trebuchet MS"/>
                <a:cs typeface="Trebuchet MS"/>
              </a:rPr>
              <a:t> </a:t>
            </a:r>
            <a:r>
              <a:rPr sz="2150" dirty="0">
                <a:latin typeface="Trebuchet MS"/>
                <a:cs typeface="Trebuchet MS"/>
              </a:rPr>
              <a:t>avec</a:t>
            </a:r>
            <a:r>
              <a:rPr sz="2150" spc="-75" dirty="0">
                <a:latin typeface="Trebuchet MS"/>
                <a:cs typeface="Trebuchet MS"/>
              </a:rPr>
              <a:t> </a:t>
            </a:r>
            <a:r>
              <a:rPr sz="2150" dirty="0">
                <a:latin typeface="Trebuchet MS"/>
                <a:cs typeface="Trebuchet MS"/>
              </a:rPr>
              <a:t>les</a:t>
            </a:r>
            <a:r>
              <a:rPr sz="2150" spc="-145" dirty="0">
                <a:latin typeface="Trebuchet MS"/>
                <a:cs typeface="Trebuchet MS"/>
              </a:rPr>
              <a:t> </a:t>
            </a:r>
            <a:r>
              <a:rPr sz="2150" spc="75" dirty="0">
                <a:latin typeface="Trebuchet MS"/>
                <a:cs typeface="Trebuchet MS"/>
              </a:rPr>
              <a:t>M2</a:t>
            </a:r>
            <a:endParaRPr sz="21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680" y="189801"/>
            <a:ext cx="10708639" cy="1095876"/>
          </a:xfrm>
          <a:prstGeom prst="rect">
            <a:avLst/>
          </a:prstGeom>
        </p:spPr>
        <p:txBody>
          <a:bodyPr vert="horz" wrap="square" lIns="0" tIns="445198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5"/>
              </a:spcBef>
            </a:pPr>
            <a:r>
              <a:rPr sz="4200" spc="-75" dirty="0"/>
              <a:t>PRÉSENTATION</a:t>
            </a:r>
            <a:r>
              <a:rPr sz="4200" spc="-430" dirty="0"/>
              <a:t> </a:t>
            </a:r>
            <a:r>
              <a:rPr sz="4200" spc="85" dirty="0"/>
              <a:t>D</a:t>
            </a:r>
            <a:r>
              <a:rPr lang="fr-FR" sz="4200" spc="85" dirty="0"/>
              <a:t>U</a:t>
            </a:r>
            <a:r>
              <a:rPr sz="4200" spc="-445" dirty="0"/>
              <a:t> </a:t>
            </a:r>
            <a:r>
              <a:rPr sz="4200" spc="-195" dirty="0"/>
              <a:t>PROJET</a:t>
            </a:r>
            <a:r>
              <a:rPr lang="fr-FR" sz="4200" spc="-195" dirty="0"/>
              <a:t> </a:t>
            </a:r>
            <a:r>
              <a:rPr sz="4200" spc="-225" dirty="0"/>
              <a:t>ET</a:t>
            </a:r>
            <a:r>
              <a:rPr sz="4200" spc="-390" dirty="0"/>
              <a:t> </a:t>
            </a:r>
            <a:r>
              <a:rPr sz="4200" spc="145" dirty="0"/>
              <a:t>DES</a:t>
            </a:r>
            <a:r>
              <a:rPr sz="4200" spc="-455" dirty="0"/>
              <a:t> </a:t>
            </a:r>
            <a:r>
              <a:rPr sz="4200" spc="-10" dirty="0"/>
              <a:t>TÂCHES</a:t>
            </a:r>
            <a:endParaRPr sz="4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896" y="1633447"/>
            <a:ext cx="10900625" cy="1020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7575" y="1886359"/>
            <a:ext cx="7858125" cy="3676648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lang="fr-FR" sz="2150" spc="-10" dirty="0">
                <a:latin typeface="Trebuchet MS"/>
                <a:cs typeface="Trebuchet MS"/>
              </a:rPr>
              <a:t>Ansible</a:t>
            </a:r>
            <a:endParaRPr sz="215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8500" algn="l"/>
              </a:tabLst>
            </a:pPr>
            <a:r>
              <a:rPr lang="fr-FR" sz="2400" dirty="0"/>
              <a:t>Ce projet consiste à concevoir et mettre en place l’architecture réseau du laboratoire informatique afin de disposer d’un environnement stable, sécurisé et évolutif, prêt pour l’automatisation grâce à Ansible</a:t>
            </a:r>
            <a:endParaRPr sz="215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endParaRPr lang="fr-FR" sz="2150" spc="-1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150" spc="-10" dirty="0" err="1">
                <a:latin typeface="Trebuchet MS"/>
                <a:cs typeface="Trebuchet MS"/>
              </a:rPr>
              <a:t>Tâches</a:t>
            </a:r>
            <a:endParaRPr sz="215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</a:tabLst>
            </a:pPr>
            <a:r>
              <a:rPr lang="fr-FR" sz="2150" dirty="0">
                <a:latin typeface="Trebuchet MS"/>
                <a:cs typeface="Trebuchet MS"/>
              </a:rPr>
              <a:t>Installation du serveur </a:t>
            </a:r>
            <a:r>
              <a:rPr lang="fr-FR" sz="2150" dirty="0" err="1">
                <a:latin typeface="Trebuchet MS"/>
                <a:cs typeface="Trebuchet MS"/>
              </a:rPr>
              <a:t>proxmox</a:t>
            </a:r>
            <a:endParaRPr sz="215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698500" algn="l"/>
              </a:tabLst>
            </a:pPr>
            <a:r>
              <a:rPr lang="fr-FR" sz="2150" spc="-20" dirty="0">
                <a:latin typeface="Trebuchet MS"/>
                <a:cs typeface="Trebuchet MS"/>
              </a:rPr>
              <a:t>Importation des iso</a:t>
            </a:r>
            <a:endParaRPr sz="215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698500" algn="l"/>
              </a:tabLst>
            </a:pPr>
            <a:r>
              <a:rPr lang="fr-FR" sz="2150" dirty="0">
                <a:latin typeface="Trebuchet MS"/>
                <a:cs typeface="Trebuchet MS"/>
              </a:rPr>
              <a:t>Compte-rendu</a:t>
            </a:r>
            <a:endParaRPr sz="21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680" y="189801"/>
            <a:ext cx="10708639" cy="1167756"/>
          </a:xfrm>
          <a:prstGeom prst="rect">
            <a:avLst/>
          </a:prstGeom>
        </p:spPr>
        <p:txBody>
          <a:bodyPr vert="horz" wrap="square" lIns="0" tIns="333502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5"/>
              </a:spcBef>
            </a:pPr>
            <a:r>
              <a:rPr lang="fr-FR" sz="5400" spc="-270" dirty="0"/>
              <a:t>Ansible</a:t>
            </a:r>
            <a:endParaRPr sz="54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686" y="1515214"/>
            <a:ext cx="10900625" cy="102020"/>
          </a:xfrm>
          <a:prstGeom prst="rect">
            <a:avLst/>
          </a:prstGeom>
        </p:spPr>
      </p:pic>
      <p:pic>
        <p:nvPicPr>
          <p:cNvPr id="13" name="Image 12" descr="Une image contenant texte, capture d’écran, Police, logo&#10;&#10;Le contenu généré par l’IA peut être incorrect.">
            <a:extLst>
              <a:ext uri="{FF2B5EF4-FFF2-40B4-BE49-F238E27FC236}">
                <a16:creationId xmlns:a16="http://schemas.microsoft.com/office/drawing/2014/main" id="{FDA58C99-A1B4-1EA2-4041-0FEB963AF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39" y="1774891"/>
            <a:ext cx="6172200" cy="284949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46315626-D1E6-3237-608A-FE6243E77B67}"/>
              </a:ext>
            </a:extLst>
          </p:cNvPr>
          <p:cNvSpPr txBox="1"/>
          <p:nvPr/>
        </p:nvSpPr>
        <p:spPr>
          <a:xfrm>
            <a:off x="6719739" y="358140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/>
              <a:t>Concrètement, Ansible permet d’exécuter automatiquement des tâches comme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installer des logiciels,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configurer des services,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créer des utilisateurs,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déployer des mises à jour,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configurer des machines virtuelles ou des serveurs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86677"/>
            <a:ext cx="8988425" cy="1533753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5560"/>
              </a:lnSpc>
              <a:spcBef>
                <a:spcPts val="760"/>
              </a:spcBef>
            </a:pPr>
            <a:r>
              <a:rPr lang="fr-FR" spc="-10" dirty="0"/>
              <a:t>Installation et compte rendu</a:t>
            </a:r>
            <a:r>
              <a:rPr spc="-10" dirty="0"/>
              <a:t> </a:t>
            </a:r>
            <a:r>
              <a:rPr lang="fr-FR" spc="-90" dirty="0"/>
              <a:t>installation </a:t>
            </a:r>
            <a:r>
              <a:rPr lang="fr-FR" spc="-90" dirty="0" err="1"/>
              <a:t>Proxmox</a:t>
            </a:r>
            <a:r>
              <a:rPr lang="fr-FR" spc="-90" dirty="0"/>
              <a:t> </a:t>
            </a:r>
            <a:endParaRPr spc="-19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896" y="1633447"/>
            <a:ext cx="10900625" cy="102020"/>
          </a:xfrm>
          <a:prstGeom prst="rect">
            <a:avLst/>
          </a:prstGeom>
        </p:spPr>
      </p:pic>
      <p:pic>
        <p:nvPicPr>
          <p:cNvPr id="6" name="Image 5" descr="Une image contenant texte, capture d’écran, Rectangle, affichage&#10;&#10;Le contenu généré par l’IA peut être incorrect.">
            <a:extLst>
              <a:ext uri="{FF2B5EF4-FFF2-40B4-BE49-F238E27FC236}">
                <a16:creationId xmlns:a16="http://schemas.microsoft.com/office/drawing/2014/main" id="{5C55F5E5-BE48-E3B7-8EAD-BA7A0023C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75" y="2057400"/>
            <a:ext cx="5587001" cy="4256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575" y="86677"/>
            <a:ext cx="9064625" cy="1533753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>
              <a:lnSpc>
                <a:spcPts val="5560"/>
              </a:lnSpc>
              <a:spcBef>
                <a:spcPts val="760"/>
              </a:spcBef>
            </a:pPr>
            <a:r>
              <a:rPr lang="fr-FR" spc="-10" dirty="0"/>
              <a:t>Importation et compte rendu </a:t>
            </a:r>
            <a:r>
              <a:rPr lang="fr-FR" spc="-90" dirty="0"/>
              <a:t>de 3 iso sur </a:t>
            </a:r>
            <a:r>
              <a:rPr lang="fr-FR" spc="-90" dirty="0" err="1"/>
              <a:t>Proxmox</a:t>
            </a:r>
            <a:endParaRPr spc="-19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687" y="1752600"/>
            <a:ext cx="10900625" cy="102020"/>
          </a:xfrm>
          <a:prstGeom prst="rect">
            <a:avLst/>
          </a:prstGeom>
        </p:spPr>
      </p:pic>
      <p:pic>
        <p:nvPicPr>
          <p:cNvPr id="7" name="Image 6" descr="Une image contenant capture d’écran, Logiciel multimédia, Logiciel de graphisme, logiciel&#10;&#10;Le contenu généré par l’IA peut être incorrect.">
            <a:extLst>
              <a:ext uri="{FF2B5EF4-FFF2-40B4-BE49-F238E27FC236}">
                <a16:creationId xmlns:a16="http://schemas.microsoft.com/office/drawing/2014/main" id="{59664D25-5F15-607D-DC8A-3095048E7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49140"/>
            <a:ext cx="8610600" cy="40867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5AA43-4F29-4694-E6D0-466788DAD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707A30-99C2-3852-348D-C1D66BDE2C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680" y="189801"/>
            <a:ext cx="10708639" cy="1151982"/>
          </a:xfrm>
          <a:prstGeom prst="rect">
            <a:avLst/>
          </a:prstGeom>
        </p:spPr>
        <p:txBody>
          <a:bodyPr vert="horz" wrap="square" lIns="0" tIns="363601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5"/>
              </a:spcBef>
            </a:pPr>
            <a:r>
              <a:rPr lang="fr-FR" spc="55" dirty="0"/>
              <a:t>Taches à réaliser</a:t>
            </a:r>
            <a:endParaRPr spc="5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AC8A605-7D54-022C-4894-D814D4B4BB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896" y="1633447"/>
            <a:ext cx="10900625" cy="102020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6734F89A-EEAF-14AB-E6DA-44CD43260F20}"/>
              </a:ext>
            </a:extLst>
          </p:cNvPr>
          <p:cNvSpPr txBox="1">
            <a:spLocks/>
          </p:cNvSpPr>
          <p:nvPr/>
        </p:nvSpPr>
        <p:spPr>
          <a:xfrm>
            <a:off x="1143000" y="2290127"/>
            <a:ext cx="5881370" cy="14734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>
            <a:lvl1pPr marL="0">
              <a:defRPr sz="215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41300" indent="-228600"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lang="fr-FR" spc="-10" dirty="0"/>
              <a:t>Création des VLAN, plan d’adressage IP, configuration du switch et du routeur</a:t>
            </a:r>
          </a:p>
          <a:p>
            <a:pPr marL="241300" indent="-228600"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endParaRPr lang="fr-FR" spc="-10" dirty="0"/>
          </a:p>
          <a:p>
            <a:pPr marL="241300" indent="-228600"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lang="fr-FR" spc="-10" dirty="0"/>
              <a:t>Produire un schéma clair de l’infrastructure</a:t>
            </a:r>
          </a:p>
        </p:txBody>
      </p:sp>
    </p:spTree>
    <p:extLst>
      <p:ext uri="{BB962C8B-B14F-4D97-AF65-F5344CB8AC3E}">
        <p14:creationId xmlns:p14="http://schemas.microsoft.com/office/powerpoint/2010/main" val="4207176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F9109-B3C2-FE46-32D7-310B26FA9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31B49E-1684-A7E7-36D5-B78BE9AE8E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680" y="189801"/>
            <a:ext cx="10708639" cy="1095876"/>
          </a:xfrm>
          <a:prstGeom prst="rect">
            <a:avLst/>
          </a:prstGeom>
        </p:spPr>
        <p:txBody>
          <a:bodyPr vert="horz" wrap="square" lIns="0" tIns="445198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5"/>
              </a:spcBef>
            </a:pPr>
            <a:r>
              <a:rPr sz="4200" spc="-75" dirty="0"/>
              <a:t>PRÉSENTATION</a:t>
            </a:r>
            <a:r>
              <a:rPr sz="4200" spc="-430" dirty="0"/>
              <a:t> </a:t>
            </a:r>
            <a:r>
              <a:rPr sz="4200" spc="85" dirty="0"/>
              <a:t>D</a:t>
            </a:r>
            <a:r>
              <a:rPr lang="fr-FR" sz="4200" spc="85" dirty="0"/>
              <a:t>U</a:t>
            </a:r>
            <a:r>
              <a:rPr sz="4200" spc="-445" dirty="0"/>
              <a:t> </a:t>
            </a:r>
            <a:r>
              <a:rPr sz="4200" spc="-195" dirty="0"/>
              <a:t>PROJET</a:t>
            </a:r>
            <a:r>
              <a:rPr lang="fr-FR" sz="4200" spc="-195" dirty="0"/>
              <a:t> </a:t>
            </a:r>
            <a:r>
              <a:rPr sz="4200" spc="-225" dirty="0"/>
              <a:t>ET</a:t>
            </a:r>
            <a:r>
              <a:rPr sz="4200" spc="-390" dirty="0"/>
              <a:t> </a:t>
            </a:r>
            <a:r>
              <a:rPr sz="4200" spc="145" dirty="0"/>
              <a:t>DES</a:t>
            </a:r>
            <a:r>
              <a:rPr sz="4200" spc="-455" dirty="0"/>
              <a:t> </a:t>
            </a:r>
            <a:r>
              <a:rPr sz="4200" spc="-10" dirty="0"/>
              <a:t>TÂCHES</a:t>
            </a:r>
            <a:endParaRPr sz="42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F1EAC83-29BE-A989-47D1-0BD5C27892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896" y="1633447"/>
            <a:ext cx="10900625" cy="10202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AE954192-C1B9-12A0-CE4B-28D536FD148E}"/>
              </a:ext>
            </a:extLst>
          </p:cNvPr>
          <p:cNvSpPr txBox="1"/>
          <p:nvPr/>
        </p:nvSpPr>
        <p:spPr>
          <a:xfrm>
            <a:off x="917575" y="1886359"/>
            <a:ext cx="7858125" cy="4071627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469900" lvl="1">
              <a:lnSpc>
                <a:spcPct val="100000"/>
              </a:lnSpc>
              <a:spcBef>
                <a:spcPts val="275"/>
              </a:spcBef>
              <a:tabLst>
                <a:tab pos="698500" algn="l"/>
              </a:tabLst>
            </a:pPr>
            <a:r>
              <a:rPr lang="fr-FR" sz="2400" dirty="0"/>
              <a:t>Met à disposition une infrastructure capable de créer automatiquement des environnements de laboratoire et de déployer des machines virtuelles prêtes à l’emploi pour les étudiants et les travaux pratiques.</a:t>
            </a:r>
          </a:p>
          <a:p>
            <a:pPr marL="469900" lvl="1">
              <a:lnSpc>
                <a:spcPct val="100000"/>
              </a:lnSpc>
              <a:spcBef>
                <a:spcPts val="275"/>
              </a:spcBef>
              <a:tabLst>
                <a:tab pos="698500" algn="l"/>
              </a:tabLst>
            </a:pPr>
            <a:endParaRPr lang="fr-FR" sz="2400" spc="-10" dirty="0">
              <a:latin typeface="Trebuchet MS"/>
              <a:cs typeface="Trebuchet MS"/>
            </a:endParaRPr>
          </a:p>
          <a:p>
            <a:pPr marL="469900" lvl="1">
              <a:lnSpc>
                <a:spcPct val="100000"/>
              </a:lnSpc>
              <a:spcBef>
                <a:spcPts val="275"/>
              </a:spcBef>
              <a:tabLst>
                <a:tab pos="698500" algn="l"/>
              </a:tabLst>
            </a:pPr>
            <a:endParaRPr lang="fr-FR" sz="2150" spc="-10" dirty="0">
              <a:latin typeface="Trebuchet MS"/>
              <a:cs typeface="Trebuchet MS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150" spc="-10" dirty="0" err="1">
                <a:latin typeface="Trebuchet MS"/>
                <a:cs typeface="Trebuchet MS"/>
              </a:rPr>
              <a:t>Tâches</a:t>
            </a:r>
            <a:endParaRPr lang="fr-FR" sz="2150" spc="-10" dirty="0">
              <a:latin typeface="Trebuchet MS"/>
              <a:cs typeface="Trebuchet MS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</a:tabLst>
            </a:pPr>
            <a:r>
              <a:rPr lang="fr-FR" sz="2150" dirty="0" err="1">
                <a:latin typeface="Trebuchet MS"/>
                <a:cs typeface="Trebuchet MS"/>
              </a:rPr>
              <a:t>Documenation</a:t>
            </a:r>
            <a:r>
              <a:rPr lang="fr-FR" sz="2150" dirty="0">
                <a:latin typeface="Trebuchet MS"/>
                <a:cs typeface="Trebuchet MS"/>
              </a:rPr>
              <a:t> installation VM </a:t>
            </a: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</a:tabLst>
            </a:pPr>
            <a:r>
              <a:rPr lang="fr-FR" sz="2150" dirty="0">
                <a:latin typeface="Trebuchet MS"/>
                <a:cs typeface="Trebuchet MS"/>
              </a:rPr>
              <a:t>Proposer </a:t>
            </a:r>
            <a:r>
              <a:rPr lang="fr-FR" sz="2150" dirty="0" err="1">
                <a:latin typeface="Trebuchet MS"/>
                <a:cs typeface="Trebuchet MS"/>
              </a:rPr>
              <a:t>préstataire</a:t>
            </a:r>
            <a:r>
              <a:rPr lang="fr-FR" sz="2150" dirty="0">
                <a:latin typeface="Trebuchet MS"/>
                <a:cs typeface="Trebuchet MS"/>
              </a:rPr>
              <a:t> de recyclage du matériel en fin de cycle</a:t>
            </a: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</a:tabLst>
            </a:pPr>
            <a:r>
              <a:rPr lang="fr-FR" sz="2400" dirty="0"/>
              <a:t>Suivi et gestion de l’inventaire informatique</a:t>
            </a:r>
            <a:endParaRPr lang="fr-FR" sz="215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271845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FC21-249B-4E3E-4FC3-A425A4B4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302C07B-7C06-CB95-78FD-F6AFDF2256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680" y="189801"/>
            <a:ext cx="10708639" cy="1167756"/>
          </a:xfrm>
          <a:prstGeom prst="rect">
            <a:avLst/>
          </a:prstGeom>
        </p:spPr>
        <p:txBody>
          <a:bodyPr vert="horz" wrap="square" lIns="0" tIns="333502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5"/>
              </a:spcBef>
            </a:pPr>
            <a:r>
              <a:rPr lang="fr-FR" sz="5400" spc="-270" dirty="0"/>
              <a:t>Documentation installation VM </a:t>
            </a:r>
            <a:endParaRPr sz="54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4755EC4-B3E3-9871-DB4C-907D6AE244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896" y="1633447"/>
            <a:ext cx="10900625" cy="102020"/>
          </a:xfrm>
          <a:prstGeom prst="rect">
            <a:avLst/>
          </a:prstGeom>
        </p:spPr>
      </p:pic>
      <p:pic>
        <p:nvPicPr>
          <p:cNvPr id="5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D55D6BE9-FB05-8BDA-E810-94D12E8E3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898" y="1684457"/>
            <a:ext cx="6210181" cy="2198370"/>
          </a:xfrm>
          <a:prstGeom prst="rect">
            <a:avLst/>
          </a:prstGeom>
        </p:spPr>
      </p:pic>
      <p:pic>
        <p:nvPicPr>
          <p:cNvPr id="7" name="Image 6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2F0B0E8C-A874-45C8-A82B-E271E04F0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08" y="3733800"/>
            <a:ext cx="4103812" cy="2553756"/>
          </a:xfrm>
          <a:prstGeom prst="rect">
            <a:avLst/>
          </a:prstGeom>
        </p:spPr>
      </p:pic>
      <p:pic>
        <p:nvPicPr>
          <p:cNvPr id="11" name="Image 10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E4C87133-5243-80DA-A089-7973C5E128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1486" y="3961699"/>
            <a:ext cx="3395051" cy="2525707"/>
          </a:xfrm>
          <a:prstGeom prst="rect">
            <a:avLst/>
          </a:prstGeom>
        </p:spPr>
      </p:pic>
      <p:pic>
        <p:nvPicPr>
          <p:cNvPr id="14" name="Image 13" descr="Une image contenant texte, capture d’écran, logiciel, Site web&#10;&#10;Le contenu généré par l’IA peut être incorrect.">
            <a:extLst>
              <a:ext uri="{FF2B5EF4-FFF2-40B4-BE49-F238E27FC236}">
                <a16:creationId xmlns:a16="http://schemas.microsoft.com/office/drawing/2014/main" id="{613D637E-CFAA-171D-4A01-9A2E493EE2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5145" y="1735467"/>
            <a:ext cx="3124200" cy="249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705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22E73-0D40-FF74-B5EA-D574BEC11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C4B1711-22B5-4408-3A9D-4B59D75EBF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681" y="189801"/>
            <a:ext cx="10154920" cy="1998752"/>
          </a:xfrm>
          <a:prstGeom prst="rect">
            <a:avLst/>
          </a:prstGeom>
        </p:spPr>
        <p:txBody>
          <a:bodyPr vert="horz" wrap="square" lIns="0" tIns="333502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5"/>
              </a:spcBef>
            </a:pPr>
            <a:r>
              <a:rPr lang="fr-FR" sz="5400" spc="-270" dirty="0"/>
              <a:t>Proposition de prestataire de recyclage</a:t>
            </a:r>
            <a:endParaRPr sz="54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3045CD2-5C3A-B958-1B75-AF2F72808C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687" y="2286000"/>
            <a:ext cx="10900625" cy="102020"/>
          </a:xfrm>
          <a:prstGeom prst="rect">
            <a:avLst/>
          </a:prstGeom>
        </p:spPr>
      </p:pic>
      <p:pic>
        <p:nvPicPr>
          <p:cNvPr id="4" name="Image 3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10F0206C-C213-AF2C-A4F7-2B1D9AACC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90800"/>
            <a:ext cx="5760720" cy="361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5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241ED-4A26-2D68-BAA0-ED333E66E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0ECD24-14A2-4DD4-030A-C090E23E8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681" y="189801"/>
            <a:ext cx="10154920" cy="1906419"/>
          </a:xfrm>
          <a:prstGeom prst="rect">
            <a:avLst/>
          </a:prstGeom>
        </p:spPr>
        <p:txBody>
          <a:bodyPr vert="horz" wrap="square" lIns="0" tIns="333502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5"/>
              </a:spcBef>
            </a:pPr>
            <a:r>
              <a:rPr lang="fr-FR" dirty="0"/>
              <a:t>Suivi et gestion de l’inventaire informatique</a:t>
            </a:r>
            <a:endParaRPr sz="5400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4770081-3CD7-4505-CA22-3093501EA4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687" y="2286000"/>
            <a:ext cx="10900625" cy="102020"/>
          </a:xfrm>
          <a:prstGeom prst="rect">
            <a:avLst/>
          </a:prstGeom>
        </p:spPr>
      </p:pic>
      <p:pic>
        <p:nvPicPr>
          <p:cNvPr id="8" name="Image 7" descr="Une image contenant Police, logo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5CECD96-4CF6-136E-1012-57136EE20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1" y="2577800"/>
            <a:ext cx="1981372" cy="59441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5B918C1-B86C-8629-770D-53059B5F5749}"/>
              </a:ext>
            </a:extLst>
          </p:cNvPr>
          <p:cNvSpPr txBox="1"/>
          <p:nvPr/>
        </p:nvSpPr>
        <p:spPr>
          <a:xfrm>
            <a:off x="3276600" y="3276600"/>
            <a:ext cx="7315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GLPI est le cœur du système, avec une base de données centralisée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Tous les équipements sont enregistrés dès l’acquisition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Chaque matériel est suivi tout au long de son cycle de vie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Les données sont mises à jour en continu et vérifiées via des contrôles périodiques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 La solution est évolutive grâce aux plugins et aux interconnexions.</a:t>
            </a:r>
          </a:p>
        </p:txBody>
      </p:sp>
    </p:spTree>
    <p:extLst>
      <p:ext uri="{BB962C8B-B14F-4D97-AF65-F5344CB8AC3E}">
        <p14:creationId xmlns:p14="http://schemas.microsoft.com/office/powerpoint/2010/main" val="524276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5FD6D-36EE-7EA3-26F0-64BE2B18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AF91EC2-C552-212E-9AD9-45A5323C4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680" y="189801"/>
            <a:ext cx="10708639" cy="1151982"/>
          </a:xfrm>
          <a:prstGeom prst="rect">
            <a:avLst/>
          </a:prstGeom>
        </p:spPr>
        <p:txBody>
          <a:bodyPr vert="horz" wrap="square" lIns="0" tIns="363601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5"/>
              </a:spcBef>
            </a:pPr>
            <a:r>
              <a:rPr lang="fr-FR" spc="65" dirty="0"/>
              <a:t>Taches à réaliser</a:t>
            </a:r>
            <a:endParaRPr spc="5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D9682D5-4ED7-FC3D-63AA-B1FEE85A21B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896" y="1633447"/>
            <a:ext cx="10900625" cy="102020"/>
          </a:xfrm>
          <a:prstGeom prst="rect">
            <a:avLst/>
          </a:prstGeom>
        </p:spPr>
      </p:pic>
      <p:sp>
        <p:nvSpPr>
          <p:cNvPr id="6" name="object 4">
            <a:extLst>
              <a:ext uri="{FF2B5EF4-FFF2-40B4-BE49-F238E27FC236}">
                <a16:creationId xmlns:a16="http://schemas.microsoft.com/office/drawing/2014/main" id="{289D3B47-8B21-9DBF-508D-687A396D0E60}"/>
              </a:ext>
            </a:extLst>
          </p:cNvPr>
          <p:cNvSpPr txBox="1">
            <a:spLocks/>
          </p:cNvSpPr>
          <p:nvPr/>
        </p:nvSpPr>
        <p:spPr>
          <a:xfrm>
            <a:off x="1143000" y="2290127"/>
            <a:ext cx="5881370" cy="3561231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>
            <a:lvl1pPr marL="0">
              <a:defRPr sz="215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41300" indent="-228600"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lang="fr-FR" dirty="0"/>
              <a:t>Proposer un process de réception, de matériel, de test et d'intégration à l'inventaire</a:t>
            </a:r>
          </a:p>
          <a:p>
            <a:pPr marL="241300" indent="-228600"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endParaRPr lang="fr-FR" dirty="0"/>
          </a:p>
          <a:p>
            <a:pPr marL="241300" indent="-228600"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lang="fr-FR" dirty="0"/>
              <a:t>Proposer un plan de mises à jours comportant l’identification des équipements à maintenir, les périodes de </a:t>
            </a:r>
            <a:r>
              <a:rPr lang="fr-FR" dirty="0" err="1"/>
              <a:t>majs</a:t>
            </a:r>
            <a:r>
              <a:rPr lang="fr-FR" dirty="0"/>
              <a:t> et les plateformes officielles de téléchargement</a:t>
            </a:r>
          </a:p>
          <a:p>
            <a:pPr marL="241300" indent="-228600"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endParaRPr lang="fr-FR" spc="-10" dirty="0"/>
          </a:p>
          <a:p>
            <a:pPr marL="241300" indent="-228600"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lang="fr-FR" dirty="0"/>
              <a:t>Plan d'équilibrage de charge</a:t>
            </a:r>
            <a:endParaRPr lang="fr-FR" spc="-10" dirty="0"/>
          </a:p>
        </p:txBody>
      </p:sp>
    </p:spTree>
    <p:extLst>
      <p:ext uri="{BB962C8B-B14F-4D97-AF65-F5344CB8AC3E}">
        <p14:creationId xmlns:p14="http://schemas.microsoft.com/office/powerpoint/2010/main" val="2690028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6ED2F-6655-7E50-20C0-E8781726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79D232A-33B0-A7C4-4EA9-24C991BD8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1680" y="189801"/>
            <a:ext cx="10708639" cy="1151982"/>
          </a:xfrm>
          <a:prstGeom prst="rect">
            <a:avLst/>
          </a:prstGeom>
        </p:spPr>
        <p:txBody>
          <a:bodyPr vert="horz" wrap="square" lIns="0" tIns="363601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5"/>
              </a:spcBef>
            </a:pPr>
            <a:r>
              <a:rPr lang="fr-FR" spc="65" dirty="0"/>
              <a:t>Organisation et communication</a:t>
            </a:r>
            <a:endParaRPr spc="55" dirty="0"/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657142C-503A-4B3B-35EC-BD2C2C226BF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5896" y="1633447"/>
            <a:ext cx="10900625" cy="102020"/>
          </a:xfrm>
          <a:prstGeom prst="rect">
            <a:avLst/>
          </a:prstGeom>
        </p:spPr>
      </p:pic>
      <p:pic>
        <p:nvPicPr>
          <p:cNvPr id="5" name="Image 4" descr="Une image contenant clipart, Graphique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EA2A438E-8B7E-3DDD-4A77-E6C43DDAB4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996059"/>
            <a:ext cx="2209800" cy="2209800"/>
          </a:xfrm>
          <a:prstGeom prst="rect">
            <a:avLst/>
          </a:prstGeom>
        </p:spPr>
      </p:pic>
      <p:pic>
        <p:nvPicPr>
          <p:cNvPr id="8" name="Image 7" descr="Une image contenant Bleu électrique, Graphique, Police, logo&#10;&#10;Le contenu généré par l’IA peut être incorrect.">
            <a:extLst>
              <a:ext uri="{FF2B5EF4-FFF2-40B4-BE49-F238E27FC236}">
                <a16:creationId xmlns:a16="http://schemas.microsoft.com/office/drawing/2014/main" id="{FCE35DF6-3041-5E8F-8047-4A79290CE9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2214836"/>
            <a:ext cx="2895600" cy="1628775"/>
          </a:xfrm>
          <a:prstGeom prst="rect">
            <a:avLst/>
          </a:prstGeom>
        </p:spPr>
      </p:pic>
      <p:pic>
        <p:nvPicPr>
          <p:cNvPr id="10" name="Image 9" descr="Une image contenant Police, texte, logo, Graphique&#10;&#10;Le contenu généré par l’IA peut être incorrect.">
            <a:extLst>
              <a:ext uri="{FF2B5EF4-FFF2-40B4-BE49-F238E27FC236}">
                <a16:creationId xmlns:a16="http://schemas.microsoft.com/office/drawing/2014/main" id="{0D3AA780-5480-3E9C-5EAB-390782CBD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2600" y="2468165"/>
            <a:ext cx="2935437" cy="1050818"/>
          </a:xfrm>
          <a:prstGeom prst="rect">
            <a:avLst/>
          </a:prstGeom>
        </p:spPr>
      </p:pic>
      <p:pic>
        <p:nvPicPr>
          <p:cNvPr id="12" name="Image 11" descr="Une image contenant logo, symbol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CCFB9E20-D901-BE92-283B-D0F6AAFB4C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2027131"/>
            <a:ext cx="2322363" cy="23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58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80609" y="1176718"/>
            <a:ext cx="178816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-10" dirty="0"/>
              <a:t>BILAN</a:t>
            </a:r>
            <a:endParaRPr sz="5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8"/>
            <a:ext cx="4657646" cy="685787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278246" y="2333085"/>
            <a:ext cx="4293870" cy="92710"/>
            <a:chOff x="5278246" y="2333085"/>
            <a:chExt cx="4293870" cy="92710"/>
          </a:xfrm>
        </p:grpSpPr>
        <p:sp>
          <p:nvSpPr>
            <p:cNvPr id="5" name="object 5"/>
            <p:cNvSpPr/>
            <p:nvPr/>
          </p:nvSpPr>
          <p:spPr>
            <a:xfrm>
              <a:off x="5300217" y="2362087"/>
              <a:ext cx="4248785" cy="50800"/>
            </a:xfrm>
            <a:custGeom>
              <a:avLst/>
              <a:gdLst/>
              <a:ahLst/>
              <a:cxnLst/>
              <a:rect l="l" t="t" r="r" b="b"/>
              <a:pathLst>
                <a:path w="4248784" h="50800">
                  <a:moveTo>
                    <a:pt x="2879006" y="22972"/>
                  </a:moveTo>
                  <a:lnTo>
                    <a:pt x="2043295" y="22972"/>
                  </a:lnTo>
                  <a:lnTo>
                    <a:pt x="2087203" y="24235"/>
                  </a:lnTo>
                  <a:lnTo>
                    <a:pt x="2145156" y="27661"/>
                  </a:lnTo>
                  <a:lnTo>
                    <a:pt x="2144998" y="27661"/>
                  </a:lnTo>
                  <a:lnTo>
                    <a:pt x="2279309" y="39090"/>
                  </a:lnTo>
                  <a:lnTo>
                    <a:pt x="2336870" y="43470"/>
                  </a:lnTo>
                  <a:lnTo>
                    <a:pt x="2389203" y="46736"/>
                  </a:lnTo>
                  <a:lnTo>
                    <a:pt x="2437314" y="48975"/>
                  </a:lnTo>
                  <a:lnTo>
                    <a:pt x="2485730" y="50372"/>
                  </a:lnTo>
                  <a:lnTo>
                    <a:pt x="2492127" y="50372"/>
                  </a:lnTo>
                  <a:lnTo>
                    <a:pt x="2524891" y="50708"/>
                  </a:lnTo>
                  <a:lnTo>
                    <a:pt x="2566368" y="50372"/>
                  </a:lnTo>
                  <a:lnTo>
                    <a:pt x="2607645" y="49348"/>
                  </a:lnTo>
                  <a:lnTo>
                    <a:pt x="2649727" y="47721"/>
                  </a:lnTo>
                  <a:lnTo>
                    <a:pt x="2969627" y="30605"/>
                  </a:lnTo>
                  <a:lnTo>
                    <a:pt x="3027656" y="28705"/>
                  </a:lnTo>
                  <a:lnTo>
                    <a:pt x="3082427" y="27661"/>
                  </a:lnTo>
                  <a:lnTo>
                    <a:pt x="3780786" y="27348"/>
                  </a:lnTo>
                  <a:lnTo>
                    <a:pt x="3795819" y="26739"/>
                  </a:lnTo>
                  <a:lnTo>
                    <a:pt x="3772323" y="26739"/>
                  </a:lnTo>
                  <a:lnTo>
                    <a:pt x="3735321" y="26350"/>
                  </a:lnTo>
                  <a:lnTo>
                    <a:pt x="3725094" y="26350"/>
                  </a:lnTo>
                  <a:lnTo>
                    <a:pt x="3668979" y="24984"/>
                  </a:lnTo>
                  <a:lnTo>
                    <a:pt x="3665599" y="24984"/>
                  </a:lnTo>
                  <a:lnTo>
                    <a:pt x="3623747" y="23353"/>
                  </a:lnTo>
                  <a:lnTo>
                    <a:pt x="2894401" y="23353"/>
                  </a:lnTo>
                  <a:lnTo>
                    <a:pt x="2879006" y="22972"/>
                  </a:lnTo>
                  <a:close/>
                </a:path>
                <a:path w="4248784" h="50800">
                  <a:moveTo>
                    <a:pt x="810288" y="1913"/>
                  </a:moveTo>
                  <a:lnTo>
                    <a:pt x="804367" y="1913"/>
                  </a:lnTo>
                  <a:lnTo>
                    <a:pt x="766009" y="2108"/>
                  </a:lnTo>
                  <a:lnTo>
                    <a:pt x="718669" y="3541"/>
                  </a:lnTo>
                  <a:lnTo>
                    <a:pt x="664276" y="6121"/>
                  </a:lnTo>
                  <a:lnTo>
                    <a:pt x="449652" y="18663"/>
                  </a:lnTo>
                  <a:lnTo>
                    <a:pt x="343708" y="23697"/>
                  </a:lnTo>
                  <a:lnTo>
                    <a:pt x="380930" y="25137"/>
                  </a:lnTo>
                  <a:lnTo>
                    <a:pt x="448527" y="28705"/>
                  </a:lnTo>
                  <a:lnTo>
                    <a:pt x="587630" y="37712"/>
                  </a:lnTo>
                  <a:lnTo>
                    <a:pt x="646832" y="40702"/>
                  </a:lnTo>
                  <a:lnTo>
                    <a:pt x="647998" y="40702"/>
                  </a:lnTo>
                  <a:lnTo>
                    <a:pt x="694702" y="42286"/>
                  </a:lnTo>
                  <a:lnTo>
                    <a:pt x="740984" y="42997"/>
                  </a:lnTo>
                  <a:lnTo>
                    <a:pt x="736897" y="42997"/>
                  </a:lnTo>
                  <a:lnTo>
                    <a:pt x="783044" y="42847"/>
                  </a:lnTo>
                  <a:lnTo>
                    <a:pt x="824911" y="42031"/>
                  </a:lnTo>
                  <a:lnTo>
                    <a:pt x="1309066" y="28341"/>
                  </a:lnTo>
                  <a:lnTo>
                    <a:pt x="1346512" y="27661"/>
                  </a:lnTo>
                  <a:lnTo>
                    <a:pt x="1345070" y="27661"/>
                  </a:lnTo>
                  <a:lnTo>
                    <a:pt x="1391960" y="27036"/>
                  </a:lnTo>
                  <a:lnTo>
                    <a:pt x="1386943" y="27036"/>
                  </a:lnTo>
                  <a:lnTo>
                    <a:pt x="1707092" y="26739"/>
                  </a:lnTo>
                  <a:lnTo>
                    <a:pt x="1657859" y="25639"/>
                  </a:lnTo>
                  <a:lnTo>
                    <a:pt x="1657080" y="25639"/>
                  </a:lnTo>
                  <a:lnTo>
                    <a:pt x="1610913" y="23353"/>
                  </a:lnTo>
                  <a:lnTo>
                    <a:pt x="1566693" y="19701"/>
                  </a:lnTo>
                  <a:lnTo>
                    <a:pt x="1561555" y="19075"/>
                  </a:lnTo>
                  <a:lnTo>
                    <a:pt x="1113801" y="19075"/>
                  </a:lnTo>
                  <a:lnTo>
                    <a:pt x="1062732" y="18273"/>
                  </a:lnTo>
                  <a:lnTo>
                    <a:pt x="1058361" y="18273"/>
                  </a:lnTo>
                  <a:lnTo>
                    <a:pt x="1001776" y="14463"/>
                  </a:lnTo>
                  <a:lnTo>
                    <a:pt x="944761" y="9169"/>
                  </a:lnTo>
                  <a:lnTo>
                    <a:pt x="895673" y="5353"/>
                  </a:lnTo>
                  <a:lnTo>
                    <a:pt x="851516" y="2948"/>
                  </a:lnTo>
                  <a:lnTo>
                    <a:pt x="810288" y="1913"/>
                  </a:lnTo>
                  <a:close/>
                </a:path>
                <a:path w="4248784" h="50800">
                  <a:moveTo>
                    <a:pt x="1975077" y="24504"/>
                  </a:moveTo>
                  <a:lnTo>
                    <a:pt x="1850852" y="24504"/>
                  </a:lnTo>
                  <a:lnTo>
                    <a:pt x="1799619" y="25937"/>
                  </a:lnTo>
                  <a:lnTo>
                    <a:pt x="1798439" y="25937"/>
                  </a:lnTo>
                  <a:lnTo>
                    <a:pt x="1748235" y="26739"/>
                  </a:lnTo>
                  <a:lnTo>
                    <a:pt x="1537807" y="27036"/>
                  </a:lnTo>
                  <a:lnTo>
                    <a:pt x="1537609" y="27036"/>
                  </a:lnTo>
                  <a:lnTo>
                    <a:pt x="1633370" y="29201"/>
                  </a:lnTo>
                  <a:lnTo>
                    <a:pt x="1788432" y="35438"/>
                  </a:lnTo>
                  <a:lnTo>
                    <a:pt x="1830640" y="35594"/>
                  </a:lnTo>
                  <a:lnTo>
                    <a:pt x="1865078" y="34406"/>
                  </a:lnTo>
                  <a:lnTo>
                    <a:pt x="1894110" y="32299"/>
                  </a:lnTo>
                  <a:lnTo>
                    <a:pt x="1945417" y="27036"/>
                  </a:lnTo>
                  <a:lnTo>
                    <a:pt x="1975077" y="24504"/>
                  </a:lnTo>
                  <a:close/>
                </a:path>
                <a:path w="4248784" h="50800">
                  <a:moveTo>
                    <a:pt x="3780786" y="27348"/>
                  </a:moveTo>
                  <a:lnTo>
                    <a:pt x="3134050" y="27348"/>
                  </a:lnTo>
                  <a:lnTo>
                    <a:pt x="3190535" y="27661"/>
                  </a:lnTo>
                  <a:lnTo>
                    <a:pt x="3185857" y="27661"/>
                  </a:lnTo>
                  <a:lnTo>
                    <a:pt x="3268601" y="29201"/>
                  </a:lnTo>
                  <a:lnTo>
                    <a:pt x="3269785" y="29201"/>
                  </a:lnTo>
                  <a:lnTo>
                    <a:pt x="3409707" y="32913"/>
                  </a:lnTo>
                  <a:lnTo>
                    <a:pt x="3501097" y="34266"/>
                  </a:lnTo>
                  <a:lnTo>
                    <a:pt x="3545951" y="34266"/>
                  </a:lnTo>
                  <a:lnTo>
                    <a:pt x="3599180" y="33513"/>
                  </a:lnTo>
                  <a:lnTo>
                    <a:pt x="3780786" y="27348"/>
                  </a:lnTo>
                  <a:close/>
                </a:path>
                <a:path w="4248784" h="50800">
                  <a:moveTo>
                    <a:pt x="508" y="14463"/>
                  </a:moveTo>
                  <a:lnTo>
                    <a:pt x="403" y="16209"/>
                  </a:lnTo>
                  <a:lnTo>
                    <a:pt x="309" y="17783"/>
                  </a:lnTo>
                  <a:lnTo>
                    <a:pt x="232" y="19075"/>
                  </a:lnTo>
                  <a:lnTo>
                    <a:pt x="123" y="20904"/>
                  </a:lnTo>
                  <a:lnTo>
                    <a:pt x="0" y="22972"/>
                  </a:lnTo>
                  <a:lnTo>
                    <a:pt x="1270" y="25639"/>
                  </a:lnTo>
                  <a:lnTo>
                    <a:pt x="1241" y="25937"/>
                  </a:lnTo>
                  <a:lnTo>
                    <a:pt x="1134" y="27036"/>
                  </a:lnTo>
                  <a:lnTo>
                    <a:pt x="1008" y="28341"/>
                  </a:lnTo>
                  <a:lnTo>
                    <a:pt x="925" y="29201"/>
                  </a:lnTo>
                  <a:lnTo>
                    <a:pt x="820" y="30281"/>
                  </a:lnTo>
                  <a:lnTo>
                    <a:pt x="744" y="31065"/>
                  </a:lnTo>
                  <a:lnTo>
                    <a:pt x="625" y="32299"/>
                  </a:lnTo>
                  <a:lnTo>
                    <a:pt x="508" y="33513"/>
                  </a:lnTo>
                  <a:lnTo>
                    <a:pt x="36749" y="29548"/>
                  </a:lnTo>
                  <a:lnTo>
                    <a:pt x="36554" y="29548"/>
                  </a:lnTo>
                  <a:lnTo>
                    <a:pt x="74115" y="26350"/>
                  </a:lnTo>
                  <a:lnTo>
                    <a:pt x="73232" y="26350"/>
                  </a:lnTo>
                  <a:lnTo>
                    <a:pt x="111391" y="24026"/>
                  </a:lnTo>
                  <a:lnTo>
                    <a:pt x="86115" y="22605"/>
                  </a:lnTo>
                  <a:lnTo>
                    <a:pt x="85919" y="22605"/>
                  </a:lnTo>
                  <a:lnTo>
                    <a:pt x="43168" y="19075"/>
                  </a:lnTo>
                  <a:lnTo>
                    <a:pt x="508" y="14463"/>
                  </a:lnTo>
                  <a:close/>
                </a:path>
                <a:path w="4248784" h="50800">
                  <a:moveTo>
                    <a:pt x="4248658" y="14463"/>
                  </a:moveTo>
                  <a:lnTo>
                    <a:pt x="4203472" y="15340"/>
                  </a:lnTo>
                  <a:lnTo>
                    <a:pt x="4110497" y="18273"/>
                  </a:lnTo>
                  <a:lnTo>
                    <a:pt x="4110731" y="18273"/>
                  </a:lnTo>
                  <a:lnTo>
                    <a:pt x="4026527" y="21461"/>
                  </a:lnTo>
                  <a:lnTo>
                    <a:pt x="4053119" y="21461"/>
                  </a:lnTo>
                  <a:lnTo>
                    <a:pt x="4099078" y="22605"/>
                  </a:lnTo>
                  <a:lnTo>
                    <a:pt x="4098453" y="22605"/>
                  </a:lnTo>
                  <a:lnTo>
                    <a:pt x="4148980" y="24984"/>
                  </a:lnTo>
                  <a:lnTo>
                    <a:pt x="4148300" y="24984"/>
                  </a:lnTo>
                  <a:lnTo>
                    <a:pt x="4197202" y="28483"/>
                  </a:lnTo>
                  <a:lnTo>
                    <a:pt x="4248658" y="33513"/>
                  </a:lnTo>
                  <a:lnTo>
                    <a:pt x="4248658" y="14463"/>
                  </a:lnTo>
                  <a:close/>
                </a:path>
                <a:path w="4248784" h="50800">
                  <a:moveTo>
                    <a:pt x="262291" y="21461"/>
                  </a:moveTo>
                  <a:lnTo>
                    <a:pt x="195063" y="21461"/>
                  </a:lnTo>
                  <a:lnTo>
                    <a:pt x="159046" y="22022"/>
                  </a:lnTo>
                  <a:lnTo>
                    <a:pt x="160877" y="22022"/>
                  </a:lnTo>
                  <a:lnTo>
                    <a:pt x="116189" y="23697"/>
                  </a:lnTo>
                  <a:lnTo>
                    <a:pt x="116784" y="23697"/>
                  </a:lnTo>
                  <a:lnTo>
                    <a:pt x="111391" y="24026"/>
                  </a:lnTo>
                  <a:lnTo>
                    <a:pt x="128427" y="24984"/>
                  </a:lnTo>
                  <a:lnTo>
                    <a:pt x="172858" y="26350"/>
                  </a:lnTo>
                  <a:lnTo>
                    <a:pt x="224634" y="26739"/>
                  </a:lnTo>
                  <a:lnTo>
                    <a:pt x="216743" y="26739"/>
                  </a:lnTo>
                  <a:lnTo>
                    <a:pt x="281018" y="25937"/>
                  </a:lnTo>
                  <a:lnTo>
                    <a:pt x="274709" y="25937"/>
                  </a:lnTo>
                  <a:lnTo>
                    <a:pt x="324342" y="24504"/>
                  </a:lnTo>
                  <a:lnTo>
                    <a:pt x="343708" y="23697"/>
                  </a:lnTo>
                  <a:lnTo>
                    <a:pt x="319704" y="22769"/>
                  </a:lnTo>
                  <a:lnTo>
                    <a:pt x="320183" y="22769"/>
                  </a:lnTo>
                  <a:lnTo>
                    <a:pt x="262291" y="21461"/>
                  </a:lnTo>
                  <a:close/>
                </a:path>
                <a:path w="4248784" h="50800">
                  <a:moveTo>
                    <a:pt x="4026527" y="21461"/>
                  </a:moveTo>
                  <a:lnTo>
                    <a:pt x="3968284" y="21461"/>
                  </a:lnTo>
                  <a:lnTo>
                    <a:pt x="3950090" y="21659"/>
                  </a:lnTo>
                  <a:lnTo>
                    <a:pt x="3951751" y="21659"/>
                  </a:lnTo>
                  <a:lnTo>
                    <a:pt x="3852599" y="24504"/>
                  </a:lnTo>
                  <a:lnTo>
                    <a:pt x="3853181" y="24504"/>
                  </a:lnTo>
                  <a:lnTo>
                    <a:pt x="3795819" y="26739"/>
                  </a:lnTo>
                  <a:lnTo>
                    <a:pt x="3816717" y="26739"/>
                  </a:lnTo>
                  <a:lnTo>
                    <a:pt x="3917904" y="24984"/>
                  </a:lnTo>
                  <a:lnTo>
                    <a:pt x="3919881" y="24984"/>
                  </a:lnTo>
                  <a:lnTo>
                    <a:pt x="4026527" y="21461"/>
                  </a:lnTo>
                  <a:close/>
                </a:path>
                <a:path w="4248784" h="50800">
                  <a:moveTo>
                    <a:pt x="2562644" y="0"/>
                  </a:moveTo>
                  <a:lnTo>
                    <a:pt x="2512121" y="595"/>
                  </a:lnTo>
                  <a:lnTo>
                    <a:pt x="2459974" y="1913"/>
                  </a:lnTo>
                  <a:lnTo>
                    <a:pt x="1851160" y="24504"/>
                  </a:lnTo>
                  <a:lnTo>
                    <a:pt x="1977057" y="24504"/>
                  </a:lnTo>
                  <a:lnTo>
                    <a:pt x="2000592" y="23353"/>
                  </a:lnTo>
                  <a:lnTo>
                    <a:pt x="1986272" y="23353"/>
                  </a:lnTo>
                  <a:lnTo>
                    <a:pt x="2879006" y="22972"/>
                  </a:lnTo>
                  <a:lnTo>
                    <a:pt x="2849727" y="22247"/>
                  </a:lnTo>
                  <a:lnTo>
                    <a:pt x="2814048" y="19464"/>
                  </a:lnTo>
                  <a:lnTo>
                    <a:pt x="2742211" y="8617"/>
                  </a:lnTo>
                  <a:lnTo>
                    <a:pt x="2701326" y="4436"/>
                  </a:lnTo>
                  <a:lnTo>
                    <a:pt x="2657560" y="1732"/>
                  </a:lnTo>
                  <a:lnTo>
                    <a:pt x="2611228" y="316"/>
                  </a:lnTo>
                  <a:lnTo>
                    <a:pt x="2562644" y="0"/>
                  </a:lnTo>
                  <a:close/>
                </a:path>
                <a:path w="4248784" h="50800">
                  <a:moveTo>
                    <a:pt x="3273532" y="7228"/>
                  </a:moveTo>
                  <a:lnTo>
                    <a:pt x="3214865" y="8109"/>
                  </a:lnTo>
                  <a:lnTo>
                    <a:pt x="3159379" y="10042"/>
                  </a:lnTo>
                  <a:lnTo>
                    <a:pt x="3104958" y="12760"/>
                  </a:lnTo>
                  <a:lnTo>
                    <a:pt x="3105354" y="12760"/>
                  </a:lnTo>
                  <a:lnTo>
                    <a:pt x="2968007" y="20904"/>
                  </a:lnTo>
                  <a:lnTo>
                    <a:pt x="2926502" y="22605"/>
                  </a:lnTo>
                  <a:lnTo>
                    <a:pt x="2874703" y="23353"/>
                  </a:lnTo>
                  <a:lnTo>
                    <a:pt x="3623747" y="23353"/>
                  </a:lnTo>
                  <a:lnTo>
                    <a:pt x="3600114" y="22431"/>
                  </a:lnTo>
                  <a:lnTo>
                    <a:pt x="3538143" y="19075"/>
                  </a:lnTo>
                  <a:lnTo>
                    <a:pt x="3401795" y="10042"/>
                  </a:lnTo>
                  <a:lnTo>
                    <a:pt x="3335774" y="7751"/>
                  </a:lnTo>
                  <a:lnTo>
                    <a:pt x="3273532" y="7228"/>
                  </a:lnTo>
                  <a:close/>
                </a:path>
                <a:path w="4248784" h="50800">
                  <a:moveTo>
                    <a:pt x="4019286" y="20904"/>
                  </a:moveTo>
                  <a:lnTo>
                    <a:pt x="3964527" y="20904"/>
                  </a:lnTo>
                  <a:lnTo>
                    <a:pt x="4067142" y="21461"/>
                  </a:lnTo>
                  <a:lnTo>
                    <a:pt x="3968284" y="21461"/>
                  </a:lnTo>
                  <a:lnTo>
                    <a:pt x="4019286" y="20904"/>
                  </a:lnTo>
                  <a:close/>
                </a:path>
                <a:path w="4248784" h="50800">
                  <a:moveTo>
                    <a:pt x="1474649" y="9169"/>
                  </a:moveTo>
                  <a:lnTo>
                    <a:pt x="1318699" y="9169"/>
                  </a:lnTo>
                  <a:lnTo>
                    <a:pt x="1217129" y="15194"/>
                  </a:lnTo>
                  <a:lnTo>
                    <a:pt x="1164575" y="17783"/>
                  </a:lnTo>
                  <a:lnTo>
                    <a:pt x="1109549" y="19075"/>
                  </a:lnTo>
                  <a:lnTo>
                    <a:pt x="1561555" y="19075"/>
                  </a:lnTo>
                  <a:lnTo>
                    <a:pt x="1523746" y="14463"/>
                  </a:lnTo>
                  <a:lnTo>
                    <a:pt x="1474649" y="9169"/>
                  </a:lnTo>
                  <a:close/>
                </a:path>
                <a:path w="4248784" h="50800">
                  <a:moveTo>
                    <a:pt x="1422314" y="6782"/>
                  </a:moveTo>
                  <a:lnTo>
                    <a:pt x="1371507" y="7062"/>
                  </a:lnTo>
                  <a:lnTo>
                    <a:pt x="1317874" y="9169"/>
                  </a:lnTo>
                  <a:lnTo>
                    <a:pt x="1477051" y="9169"/>
                  </a:lnTo>
                  <a:lnTo>
                    <a:pt x="1422314" y="6782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00471" y="2355310"/>
              <a:ext cx="4249420" cy="48260"/>
            </a:xfrm>
            <a:custGeom>
              <a:avLst/>
              <a:gdLst/>
              <a:ahLst/>
              <a:cxnLst/>
              <a:rect l="l" t="t" r="r" b="b"/>
              <a:pathLst>
                <a:path w="4249420" h="48260">
                  <a:moveTo>
                    <a:pt x="253" y="21240"/>
                  </a:moveTo>
                  <a:lnTo>
                    <a:pt x="67302" y="14831"/>
                  </a:lnTo>
                  <a:lnTo>
                    <a:pt x="127121" y="10199"/>
                  </a:lnTo>
                  <a:lnTo>
                    <a:pt x="181332" y="7270"/>
                  </a:lnTo>
                  <a:lnTo>
                    <a:pt x="231557" y="5969"/>
                  </a:lnTo>
                  <a:lnTo>
                    <a:pt x="279419" y="6220"/>
                  </a:lnTo>
                  <a:lnTo>
                    <a:pt x="326540" y="7948"/>
                  </a:lnTo>
                  <a:lnTo>
                    <a:pt x="374542" y="11077"/>
                  </a:lnTo>
                  <a:lnTo>
                    <a:pt x="425047" y="15533"/>
                  </a:lnTo>
                  <a:lnTo>
                    <a:pt x="479678" y="21240"/>
                  </a:lnTo>
                  <a:lnTo>
                    <a:pt x="531370" y="25208"/>
                  </a:lnTo>
                  <a:lnTo>
                    <a:pt x="583244" y="26324"/>
                  </a:lnTo>
                  <a:lnTo>
                    <a:pt x="634921" y="25329"/>
                  </a:lnTo>
                  <a:lnTo>
                    <a:pt x="686018" y="22959"/>
                  </a:lnTo>
                  <a:lnTo>
                    <a:pt x="736155" y="19954"/>
                  </a:lnTo>
                  <a:lnTo>
                    <a:pt x="784951" y="17052"/>
                  </a:lnTo>
                  <a:lnTo>
                    <a:pt x="832025" y="14991"/>
                  </a:lnTo>
                  <a:lnTo>
                    <a:pt x="876995" y="14510"/>
                  </a:lnTo>
                  <a:lnTo>
                    <a:pt x="919482" y="16347"/>
                  </a:lnTo>
                  <a:lnTo>
                    <a:pt x="959103" y="21240"/>
                  </a:lnTo>
                  <a:lnTo>
                    <a:pt x="995881" y="26811"/>
                  </a:lnTo>
                  <a:lnTo>
                    <a:pt x="1036749" y="31432"/>
                  </a:lnTo>
                  <a:lnTo>
                    <a:pt x="1081311" y="35049"/>
                  </a:lnTo>
                  <a:lnTo>
                    <a:pt x="1129174" y="37607"/>
                  </a:lnTo>
                  <a:lnTo>
                    <a:pt x="1179942" y="39051"/>
                  </a:lnTo>
                  <a:lnTo>
                    <a:pt x="1233223" y="39326"/>
                  </a:lnTo>
                  <a:lnTo>
                    <a:pt x="1288620" y="38376"/>
                  </a:lnTo>
                  <a:lnTo>
                    <a:pt x="1345740" y="36148"/>
                  </a:lnTo>
                  <a:lnTo>
                    <a:pt x="1404188" y="32586"/>
                  </a:lnTo>
                  <a:lnTo>
                    <a:pt x="1463570" y="27635"/>
                  </a:lnTo>
                  <a:lnTo>
                    <a:pt x="1523492" y="21240"/>
                  </a:lnTo>
                  <a:lnTo>
                    <a:pt x="1570792" y="15952"/>
                  </a:lnTo>
                  <a:lnTo>
                    <a:pt x="1618375" y="11370"/>
                  </a:lnTo>
                  <a:lnTo>
                    <a:pt x="1666251" y="7522"/>
                  </a:lnTo>
                  <a:lnTo>
                    <a:pt x="1714431" y="4434"/>
                  </a:lnTo>
                  <a:lnTo>
                    <a:pt x="1762925" y="2133"/>
                  </a:lnTo>
                  <a:lnTo>
                    <a:pt x="1811744" y="646"/>
                  </a:lnTo>
                  <a:lnTo>
                    <a:pt x="1860899" y="0"/>
                  </a:lnTo>
                  <a:lnTo>
                    <a:pt x="1910399" y="220"/>
                  </a:lnTo>
                  <a:lnTo>
                    <a:pt x="1960257" y="1334"/>
                  </a:lnTo>
                  <a:lnTo>
                    <a:pt x="2010481" y="3368"/>
                  </a:lnTo>
                  <a:lnTo>
                    <a:pt x="2061083" y="6349"/>
                  </a:lnTo>
                  <a:lnTo>
                    <a:pt x="2112073" y="10303"/>
                  </a:lnTo>
                  <a:lnTo>
                    <a:pt x="2163462" y="15258"/>
                  </a:lnTo>
                  <a:lnTo>
                    <a:pt x="2215260" y="21240"/>
                  </a:lnTo>
                  <a:lnTo>
                    <a:pt x="2284116" y="28479"/>
                  </a:lnTo>
                  <a:lnTo>
                    <a:pt x="2345904" y="32408"/>
                  </a:lnTo>
                  <a:lnTo>
                    <a:pt x="2401887" y="33666"/>
                  </a:lnTo>
                  <a:lnTo>
                    <a:pt x="2453328" y="32890"/>
                  </a:lnTo>
                  <a:lnTo>
                    <a:pt x="2501487" y="30718"/>
                  </a:lnTo>
                  <a:lnTo>
                    <a:pt x="2547627" y="27787"/>
                  </a:lnTo>
                  <a:lnTo>
                    <a:pt x="2593009" y="24737"/>
                  </a:lnTo>
                  <a:lnTo>
                    <a:pt x="2638896" y="22203"/>
                  </a:lnTo>
                  <a:lnTo>
                    <a:pt x="2686549" y="20825"/>
                  </a:lnTo>
                  <a:lnTo>
                    <a:pt x="2737230" y="21240"/>
                  </a:lnTo>
                  <a:lnTo>
                    <a:pt x="2790185" y="22067"/>
                  </a:lnTo>
                  <a:lnTo>
                    <a:pt x="2843647" y="21801"/>
                  </a:lnTo>
                  <a:lnTo>
                    <a:pt x="2897363" y="20784"/>
                  </a:lnTo>
                  <a:lnTo>
                    <a:pt x="2951076" y="19357"/>
                  </a:lnTo>
                  <a:lnTo>
                    <a:pt x="3004534" y="17859"/>
                  </a:lnTo>
                  <a:lnTo>
                    <a:pt x="3057481" y="16632"/>
                  </a:lnTo>
                  <a:lnTo>
                    <a:pt x="3109663" y="16016"/>
                  </a:lnTo>
                  <a:lnTo>
                    <a:pt x="3160825" y="16351"/>
                  </a:lnTo>
                  <a:lnTo>
                    <a:pt x="3210714" y="17979"/>
                  </a:lnTo>
                  <a:lnTo>
                    <a:pt x="3259074" y="21240"/>
                  </a:lnTo>
                  <a:lnTo>
                    <a:pt x="3285822" y="23038"/>
                  </a:lnTo>
                  <a:lnTo>
                    <a:pt x="3318164" y="24316"/>
                  </a:lnTo>
                  <a:lnTo>
                    <a:pt x="3355565" y="25129"/>
                  </a:lnTo>
                  <a:lnTo>
                    <a:pt x="3397491" y="25532"/>
                  </a:lnTo>
                  <a:lnTo>
                    <a:pt x="3443410" y="25580"/>
                  </a:lnTo>
                  <a:lnTo>
                    <a:pt x="3492787" y="25329"/>
                  </a:lnTo>
                  <a:lnTo>
                    <a:pt x="3545089" y="24833"/>
                  </a:lnTo>
                  <a:lnTo>
                    <a:pt x="3599783" y="24148"/>
                  </a:lnTo>
                  <a:lnTo>
                    <a:pt x="3656334" y="23329"/>
                  </a:lnTo>
                  <a:lnTo>
                    <a:pt x="3714210" y="22431"/>
                  </a:lnTo>
                  <a:lnTo>
                    <a:pt x="3772876" y="21509"/>
                  </a:lnTo>
                  <a:lnTo>
                    <a:pt x="3831799" y="20618"/>
                  </a:lnTo>
                  <a:lnTo>
                    <a:pt x="3890445" y="19814"/>
                  </a:lnTo>
                  <a:lnTo>
                    <a:pt x="3948281" y="19152"/>
                  </a:lnTo>
                  <a:lnTo>
                    <a:pt x="4004774" y="18686"/>
                  </a:lnTo>
                  <a:lnTo>
                    <a:pt x="4059389" y="18473"/>
                  </a:lnTo>
                  <a:lnTo>
                    <a:pt x="4111593" y="18566"/>
                  </a:lnTo>
                  <a:lnTo>
                    <a:pt x="4160852" y="19022"/>
                  </a:lnTo>
                  <a:lnTo>
                    <a:pt x="4206634" y="19895"/>
                  </a:lnTo>
                  <a:lnTo>
                    <a:pt x="4248404" y="21240"/>
                  </a:lnTo>
                  <a:lnTo>
                    <a:pt x="4249293" y="30511"/>
                  </a:lnTo>
                  <a:lnTo>
                    <a:pt x="4247769" y="30892"/>
                  </a:lnTo>
                  <a:lnTo>
                    <a:pt x="4248404" y="40290"/>
                  </a:lnTo>
                  <a:lnTo>
                    <a:pt x="4206256" y="42677"/>
                  </a:lnTo>
                  <a:lnTo>
                    <a:pt x="4164847" y="43785"/>
                  </a:lnTo>
                  <a:lnTo>
                    <a:pt x="4123619" y="43854"/>
                  </a:lnTo>
                  <a:lnTo>
                    <a:pt x="4082017" y="43125"/>
                  </a:lnTo>
                  <a:lnTo>
                    <a:pt x="4039482" y="41837"/>
                  </a:lnTo>
                  <a:lnTo>
                    <a:pt x="3995461" y="40232"/>
                  </a:lnTo>
                  <a:lnTo>
                    <a:pt x="3949395" y="38549"/>
                  </a:lnTo>
                  <a:lnTo>
                    <a:pt x="3900729" y="37030"/>
                  </a:lnTo>
                  <a:lnTo>
                    <a:pt x="3848907" y="35914"/>
                  </a:lnTo>
                  <a:lnTo>
                    <a:pt x="3793372" y="35441"/>
                  </a:lnTo>
                  <a:lnTo>
                    <a:pt x="3733567" y="35853"/>
                  </a:lnTo>
                  <a:lnTo>
                    <a:pt x="3668937" y="37389"/>
                  </a:lnTo>
                  <a:lnTo>
                    <a:pt x="3598926" y="40290"/>
                  </a:lnTo>
                  <a:lnTo>
                    <a:pt x="3527044" y="43155"/>
                  </a:lnTo>
                  <a:lnTo>
                    <a:pt x="3467772" y="44144"/>
                  </a:lnTo>
                  <a:lnTo>
                    <a:pt x="3418875" y="43666"/>
                  </a:lnTo>
                  <a:lnTo>
                    <a:pt x="3378120" y="42125"/>
                  </a:lnTo>
                  <a:lnTo>
                    <a:pt x="3343271" y="39928"/>
                  </a:lnTo>
                  <a:lnTo>
                    <a:pt x="3312096" y="37480"/>
                  </a:lnTo>
                  <a:lnTo>
                    <a:pt x="3282360" y="35189"/>
                  </a:lnTo>
                  <a:lnTo>
                    <a:pt x="3251830" y="33460"/>
                  </a:lnTo>
                  <a:lnTo>
                    <a:pt x="3218271" y="32700"/>
                  </a:lnTo>
                  <a:lnTo>
                    <a:pt x="3179449" y="33314"/>
                  </a:lnTo>
                  <a:lnTo>
                    <a:pt x="3133131" y="35709"/>
                  </a:lnTo>
                  <a:lnTo>
                    <a:pt x="3077082" y="40290"/>
                  </a:lnTo>
                  <a:lnTo>
                    <a:pt x="3014190" y="45114"/>
                  </a:lnTo>
                  <a:lnTo>
                    <a:pt x="2959013" y="47339"/>
                  </a:lnTo>
                  <a:lnTo>
                    <a:pt x="2910009" y="47511"/>
                  </a:lnTo>
                  <a:lnTo>
                    <a:pt x="2865635" y="46173"/>
                  </a:lnTo>
                  <a:lnTo>
                    <a:pt x="2824349" y="43871"/>
                  </a:lnTo>
                  <a:lnTo>
                    <a:pt x="2784608" y="41149"/>
                  </a:lnTo>
                  <a:lnTo>
                    <a:pt x="2744872" y="38551"/>
                  </a:lnTo>
                  <a:lnTo>
                    <a:pt x="2703596" y="36622"/>
                  </a:lnTo>
                  <a:lnTo>
                    <a:pt x="2659239" y="35905"/>
                  </a:lnTo>
                  <a:lnTo>
                    <a:pt x="2610259" y="36947"/>
                  </a:lnTo>
                  <a:lnTo>
                    <a:pt x="2555112" y="40290"/>
                  </a:lnTo>
                  <a:lnTo>
                    <a:pt x="2506390" y="43657"/>
                  </a:lnTo>
                  <a:lnTo>
                    <a:pt x="2459298" y="45990"/>
                  </a:lnTo>
                  <a:lnTo>
                    <a:pt x="2413338" y="47418"/>
                  </a:lnTo>
                  <a:lnTo>
                    <a:pt x="2368008" y="48069"/>
                  </a:lnTo>
                  <a:lnTo>
                    <a:pt x="2322808" y="48073"/>
                  </a:lnTo>
                  <a:lnTo>
                    <a:pt x="2277236" y="47559"/>
                  </a:lnTo>
                  <a:lnTo>
                    <a:pt x="2230792" y="46656"/>
                  </a:lnTo>
                  <a:lnTo>
                    <a:pt x="2182974" y="45493"/>
                  </a:lnTo>
                  <a:lnTo>
                    <a:pt x="2133283" y="44198"/>
                  </a:lnTo>
                  <a:lnTo>
                    <a:pt x="2081217" y="42902"/>
                  </a:lnTo>
                  <a:lnTo>
                    <a:pt x="2026275" y="41732"/>
                  </a:lnTo>
                  <a:lnTo>
                    <a:pt x="1967957" y="40819"/>
                  </a:lnTo>
                  <a:lnTo>
                    <a:pt x="1905761" y="40290"/>
                  </a:lnTo>
                  <a:lnTo>
                    <a:pt x="1849106" y="40119"/>
                  </a:lnTo>
                  <a:lnTo>
                    <a:pt x="1797842" y="40170"/>
                  </a:lnTo>
                  <a:lnTo>
                    <a:pt x="1750901" y="40396"/>
                  </a:lnTo>
                  <a:lnTo>
                    <a:pt x="1707213" y="40746"/>
                  </a:lnTo>
                  <a:lnTo>
                    <a:pt x="1665710" y="41171"/>
                  </a:lnTo>
                  <a:lnTo>
                    <a:pt x="1625320" y="41623"/>
                  </a:lnTo>
                  <a:lnTo>
                    <a:pt x="1584975" y="42052"/>
                  </a:lnTo>
                  <a:lnTo>
                    <a:pt x="1543606" y="42410"/>
                  </a:lnTo>
                  <a:lnTo>
                    <a:pt x="1500144" y="42646"/>
                  </a:lnTo>
                  <a:lnTo>
                    <a:pt x="1453517" y="42712"/>
                  </a:lnTo>
                  <a:lnTo>
                    <a:pt x="1402659" y="42558"/>
                  </a:lnTo>
                  <a:lnTo>
                    <a:pt x="1346498" y="42136"/>
                  </a:lnTo>
                  <a:lnTo>
                    <a:pt x="1283966" y="41397"/>
                  </a:lnTo>
                  <a:lnTo>
                    <a:pt x="1213993" y="40290"/>
                  </a:lnTo>
                  <a:lnTo>
                    <a:pt x="1120371" y="38703"/>
                  </a:lnTo>
                  <a:lnTo>
                    <a:pt x="1044919" y="37632"/>
                  </a:lnTo>
                  <a:lnTo>
                    <a:pt x="984629" y="37018"/>
                  </a:lnTo>
                  <a:lnTo>
                    <a:pt x="936494" y="36797"/>
                  </a:lnTo>
                  <a:lnTo>
                    <a:pt x="897508" y="36909"/>
                  </a:lnTo>
                  <a:lnTo>
                    <a:pt x="864664" y="37291"/>
                  </a:lnTo>
                  <a:lnTo>
                    <a:pt x="834955" y="37882"/>
                  </a:lnTo>
                  <a:lnTo>
                    <a:pt x="805374" y="38620"/>
                  </a:lnTo>
                  <a:lnTo>
                    <a:pt x="772913" y="39443"/>
                  </a:lnTo>
                  <a:lnTo>
                    <a:pt x="734567" y="40290"/>
                  </a:lnTo>
                  <a:lnTo>
                    <a:pt x="700403" y="40731"/>
                  </a:lnTo>
                  <a:lnTo>
                    <a:pt x="659101" y="40937"/>
                  </a:lnTo>
                  <a:lnTo>
                    <a:pt x="611743" y="40950"/>
                  </a:lnTo>
                  <a:lnTo>
                    <a:pt x="559409" y="40812"/>
                  </a:lnTo>
                  <a:lnTo>
                    <a:pt x="503181" y="40565"/>
                  </a:lnTo>
                  <a:lnTo>
                    <a:pt x="444139" y="40250"/>
                  </a:lnTo>
                  <a:lnTo>
                    <a:pt x="383365" y="39909"/>
                  </a:lnTo>
                  <a:lnTo>
                    <a:pt x="321940" y="39584"/>
                  </a:lnTo>
                  <a:lnTo>
                    <a:pt x="260944" y="39316"/>
                  </a:lnTo>
                  <a:lnTo>
                    <a:pt x="201460" y="39146"/>
                  </a:lnTo>
                  <a:lnTo>
                    <a:pt x="144568" y="39117"/>
                  </a:lnTo>
                  <a:lnTo>
                    <a:pt x="91348" y="39271"/>
                  </a:lnTo>
                  <a:lnTo>
                    <a:pt x="42883" y="39648"/>
                  </a:lnTo>
                  <a:lnTo>
                    <a:pt x="253" y="40290"/>
                  </a:lnTo>
                  <a:lnTo>
                    <a:pt x="0" y="35972"/>
                  </a:lnTo>
                  <a:lnTo>
                    <a:pt x="762" y="27209"/>
                  </a:lnTo>
                  <a:lnTo>
                    <a:pt x="253" y="21240"/>
                  </a:lnTo>
                  <a:close/>
                </a:path>
              </a:pathLst>
            </a:custGeom>
            <a:ln w="4445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380609" y="3027743"/>
            <a:ext cx="4011295" cy="1540806"/>
          </a:xfrm>
          <a:prstGeom prst="rect">
            <a:avLst/>
          </a:prstGeom>
        </p:spPr>
        <p:txBody>
          <a:bodyPr vert="horz" wrap="square" lIns="0" tIns="1136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95"/>
              </a:spcBef>
              <a:buFont typeface="Arial MT"/>
              <a:buChar char="•"/>
              <a:tabLst>
                <a:tab pos="240665" algn="l"/>
              </a:tabLst>
            </a:pPr>
            <a:r>
              <a:rPr lang="fr-FR" sz="2150" spc="-70" dirty="0">
                <a:latin typeface="Trebuchet MS"/>
                <a:cs typeface="Trebuchet MS"/>
              </a:rPr>
              <a:t>Découverte de nouveaux outils</a:t>
            </a:r>
            <a:endParaRPr sz="2150" dirty="0">
              <a:latin typeface="Trebuchet MS"/>
              <a:cs typeface="Trebuchet MS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0665" algn="l"/>
              </a:tabLst>
            </a:pPr>
            <a:r>
              <a:rPr lang="fr-FR" sz="2150" spc="-65" dirty="0">
                <a:latin typeface="Trebuchet MS"/>
                <a:cs typeface="Trebuchet MS"/>
              </a:rPr>
              <a:t>Rédaction de procédures et compte rendu en suivant un </a:t>
            </a:r>
            <a:r>
              <a:rPr lang="fr-FR" sz="2150" spc="-65" dirty="0" err="1">
                <a:latin typeface="Trebuchet MS"/>
                <a:cs typeface="Trebuchet MS"/>
              </a:rPr>
              <a:t>template</a:t>
            </a:r>
            <a:endParaRPr sz="215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351</Words>
  <Application>Microsoft Office PowerPoint</Application>
  <PresentationFormat>Grand écran</PresentationFormat>
  <Paragraphs>62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Arial MT</vt:lpstr>
      <vt:lpstr>Trebuchet MS</vt:lpstr>
      <vt:lpstr>Office Theme</vt:lpstr>
      <vt:lpstr>PROJET-LABO</vt:lpstr>
      <vt:lpstr>SOMMAIRE</vt:lpstr>
      <vt:lpstr>PRÉSENTATION DU PROJET ET DES TÂCHES</vt:lpstr>
      <vt:lpstr>Ansible</vt:lpstr>
      <vt:lpstr>Installation et compte rendu installation Proxmox </vt:lpstr>
      <vt:lpstr>Importation et compte rendu de 3 iso sur Proxmox</vt:lpstr>
      <vt:lpstr>Taches à réaliser</vt:lpstr>
      <vt:lpstr>PRÉSENTATION DU PROJET ET DES TÂCHES</vt:lpstr>
      <vt:lpstr>Documentation installation VM </vt:lpstr>
      <vt:lpstr>Proposition de prestataire de recyclage</vt:lpstr>
      <vt:lpstr>Suivi et gestion de l’inventaire informatique</vt:lpstr>
      <vt:lpstr>Taches à réaliser</vt:lpstr>
      <vt:lpstr>Organisation et communication</vt:lpstr>
      <vt:lpstr>BILAN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Kévin CARRERE</dc:creator>
  <cp:lastModifiedBy>CARRERE Kévin</cp:lastModifiedBy>
  <cp:revision>3</cp:revision>
  <dcterms:created xsi:type="dcterms:W3CDTF">2026-01-11T12:28:49Z</dcterms:created>
  <dcterms:modified xsi:type="dcterms:W3CDTF">2026-01-12T21:16:09Z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2025-02-05T00:00:00Z</vt:filetime>
  </property>
  <property fmtid="{D5CDD505-2E9C-101B-9397-08002B2CF9AE}" pid="3" name="LastSaved">
    <vt:filetime>2026-01-11T00:00:00Z</vt:filetime>
  </property>
</Properties>
</file>